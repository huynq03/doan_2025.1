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6"/>
  </p:notesMasterIdLst>
  <p:handoutMasterIdLst>
    <p:handoutMasterId r:id="rId37"/>
  </p:handoutMasterIdLst>
  <p:sldIdLst>
    <p:sldId id="275" r:id="rId2"/>
    <p:sldId id="257" r:id="rId3"/>
    <p:sldId id="277" r:id="rId4"/>
    <p:sldId id="305" r:id="rId5"/>
    <p:sldId id="301" r:id="rId6"/>
    <p:sldId id="318" r:id="rId7"/>
    <p:sldId id="273" r:id="rId8"/>
    <p:sldId id="308" r:id="rId9"/>
    <p:sldId id="294" r:id="rId10"/>
    <p:sldId id="319" r:id="rId11"/>
    <p:sldId id="295" r:id="rId12"/>
    <p:sldId id="320" r:id="rId13"/>
    <p:sldId id="321" r:id="rId14"/>
    <p:sldId id="310" r:id="rId15"/>
    <p:sldId id="323" r:id="rId16"/>
    <p:sldId id="311" r:id="rId17"/>
    <p:sldId id="307" r:id="rId18"/>
    <p:sldId id="299" r:id="rId19"/>
    <p:sldId id="312" r:id="rId20"/>
    <p:sldId id="265" r:id="rId21"/>
    <p:sldId id="285" r:id="rId22"/>
    <p:sldId id="314" r:id="rId23"/>
    <p:sldId id="293" r:id="rId24"/>
    <p:sldId id="284" r:id="rId25"/>
    <p:sldId id="315" r:id="rId26"/>
    <p:sldId id="316" r:id="rId27"/>
    <p:sldId id="317" r:id="rId28"/>
    <p:sldId id="324" r:id="rId29"/>
    <p:sldId id="325" r:id="rId30"/>
    <p:sldId id="326" r:id="rId31"/>
    <p:sldId id="327" r:id="rId32"/>
    <p:sldId id="309" r:id="rId33"/>
    <p:sldId id="302" r:id="rId34"/>
    <p:sldId id="269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259DC-6E0B-48B3-BFCA-DD67D5D34C35}" v="765" dt="2026-01-30T04:12:28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 Nguyễn Quang" userId="181c793dc4a71f74" providerId="LiveId" clId="{972A2E3D-74B0-4E18-AB1F-311738F73FD5}"/>
    <pc:docChg chg="undo custSel addSld delSld modSld sldOrd">
      <pc:chgData name="Huy Nguyễn Quang" userId="181c793dc4a71f74" providerId="LiveId" clId="{972A2E3D-74B0-4E18-AB1F-311738F73FD5}" dt="2026-01-30T04:12:50.059" v="8729" actId="1076"/>
      <pc:docMkLst>
        <pc:docMk/>
      </pc:docMkLst>
      <pc:sldChg chg="add del">
        <pc:chgData name="Huy Nguyễn Quang" userId="181c793dc4a71f74" providerId="LiveId" clId="{972A2E3D-74B0-4E18-AB1F-311738F73FD5}" dt="2026-01-30T03:18:59.759" v="8227" actId="47"/>
        <pc:sldMkLst>
          <pc:docMk/>
          <pc:sldMk cId="1050455932" sldId="256"/>
        </pc:sldMkLst>
      </pc:sldChg>
      <pc:sldChg chg="modSp mod">
        <pc:chgData name="Huy Nguyễn Quang" userId="181c793dc4a71f74" providerId="LiveId" clId="{972A2E3D-74B0-4E18-AB1F-311738F73FD5}" dt="2026-01-30T03:40:04.731" v="8558" actId="20577"/>
        <pc:sldMkLst>
          <pc:docMk/>
          <pc:sldMk cId="743172911" sldId="257"/>
        </pc:sldMkLst>
        <pc:spChg chg="mod">
          <ac:chgData name="Huy Nguyễn Quang" userId="181c793dc4a71f74" providerId="LiveId" clId="{972A2E3D-74B0-4E18-AB1F-311738F73FD5}" dt="2026-01-30T01:05:03.499" v="5932" actId="20577"/>
          <ac:spMkLst>
            <pc:docMk/>
            <pc:sldMk cId="743172911" sldId="257"/>
            <ac:spMk id="11" creationId="{FF8BDF70-CFA6-4031-86B7-31F910D8115D}"/>
          </ac:spMkLst>
        </pc:spChg>
        <pc:spChg chg="mod">
          <ac:chgData name="Huy Nguyễn Quang" userId="181c793dc4a71f74" providerId="LiveId" clId="{972A2E3D-74B0-4E18-AB1F-311738F73FD5}" dt="2026-01-30T03:40:04.731" v="8558" actId="20577"/>
          <ac:spMkLst>
            <pc:docMk/>
            <pc:sldMk cId="743172911" sldId="257"/>
            <ac:spMk id="12" creationId="{A4ACF486-B7D8-4A5A-B633-83527A2F99E2}"/>
          </ac:spMkLst>
        </pc:spChg>
      </pc:sldChg>
      <pc:sldChg chg="addSp delSp modSp mod delAnim">
        <pc:chgData name="Huy Nguyễn Quang" userId="181c793dc4a71f74" providerId="LiveId" clId="{972A2E3D-74B0-4E18-AB1F-311738F73FD5}" dt="2026-01-02T03:01:45.847" v="2749" actId="20577"/>
        <pc:sldMkLst>
          <pc:docMk/>
          <pc:sldMk cId="292364014" sldId="265"/>
        </pc:sldMkLst>
        <pc:spChg chg="mod">
          <ac:chgData name="Huy Nguyễn Quang" userId="181c793dc4a71f74" providerId="LiveId" clId="{972A2E3D-74B0-4E18-AB1F-311738F73FD5}" dt="2026-01-02T03:01:45.847" v="2749" actId="20577"/>
          <ac:spMkLst>
            <pc:docMk/>
            <pc:sldMk cId="292364014" sldId="265"/>
            <ac:spMk id="13" creationId="{65C75D23-52D4-8F04-1FC8-365DE3490644}"/>
          </ac:spMkLst>
        </pc:spChg>
        <pc:picChg chg="add mod modCrop">
          <ac:chgData name="Huy Nguyễn Quang" userId="181c793dc4a71f74" providerId="LiveId" clId="{972A2E3D-74B0-4E18-AB1F-311738F73FD5}" dt="2026-01-02T03:01:22.726" v="2743" actId="1076"/>
          <ac:picMkLst>
            <pc:docMk/>
            <pc:sldMk cId="292364014" sldId="265"/>
            <ac:picMk id="5" creationId="{13640070-899C-924F-385B-7F1545C8B04E}"/>
          </ac:picMkLst>
        </pc:picChg>
      </pc:sldChg>
      <pc:sldChg chg="modSp mod">
        <pc:chgData name="Huy Nguyễn Quang" userId="181c793dc4a71f74" providerId="LiveId" clId="{972A2E3D-74B0-4E18-AB1F-311738F73FD5}" dt="2026-01-01T04:12:43.960" v="33" actId="20577"/>
        <pc:sldMkLst>
          <pc:docMk/>
          <pc:sldMk cId="2581069546" sldId="273"/>
        </pc:sldMkLst>
        <pc:spChg chg="mod">
          <ac:chgData name="Huy Nguyễn Quang" userId="181c793dc4a71f74" providerId="LiveId" clId="{972A2E3D-74B0-4E18-AB1F-311738F73FD5}" dt="2026-01-01T04:12:43.960" v="33" actId="20577"/>
          <ac:spMkLst>
            <pc:docMk/>
            <pc:sldMk cId="2581069546" sldId="273"/>
            <ac:spMk id="7" creationId="{40FA3313-0BBF-E02C-2CC3-1B8E9236FCF3}"/>
          </ac:spMkLst>
        </pc:spChg>
        <pc:spChg chg="mod">
          <ac:chgData name="Huy Nguyễn Quang" userId="181c793dc4a71f74" providerId="LiveId" clId="{972A2E3D-74B0-4E18-AB1F-311738F73FD5}" dt="2026-01-01T04:12:26.536" v="26" actId="20577"/>
          <ac:spMkLst>
            <pc:docMk/>
            <pc:sldMk cId="2581069546" sldId="273"/>
            <ac:spMk id="10" creationId="{3EB6E9F3-8AF8-3EDC-B25C-6C0C20A908DD}"/>
          </ac:spMkLst>
        </pc:spChg>
        <pc:grpChg chg="mod">
          <ac:chgData name="Huy Nguyễn Quang" userId="181c793dc4a71f74" providerId="LiveId" clId="{972A2E3D-74B0-4E18-AB1F-311738F73FD5}" dt="2026-01-01T04:11:56.865" v="5" actId="1076"/>
          <ac:grpSpMkLst>
            <pc:docMk/>
            <pc:sldMk cId="2581069546" sldId="273"/>
            <ac:grpSpMk id="4" creationId="{A73D8418-A44D-2BA7-225A-7C21550C3D7A}"/>
          </ac:grpSpMkLst>
        </pc:grpChg>
        <pc:grpChg chg="mod">
          <ac:chgData name="Huy Nguyễn Quang" userId="181c793dc4a71f74" providerId="LiveId" clId="{972A2E3D-74B0-4E18-AB1F-311738F73FD5}" dt="2026-01-01T04:12:16.696" v="10" actId="1076"/>
          <ac:grpSpMkLst>
            <pc:docMk/>
            <pc:sldMk cId="2581069546" sldId="273"/>
            <ac:grpSpMk id="8" creationId="{87C9DDB9-0729-159C-AEB2-0126F31D9B98}"/>
          </ac:grpSpMkLst>
        </pc:grpChg>
        <pc:graphicFrameChg chg="mod">
          <ac:chgData name="Huy Nguyễn Quang" userId="181c793dc4a71f74" providerId="LiveId" clId="{972A2E3D-74B0-4E18-AB1F-311738F73FD5}" dt="2026-01-01T04:11:32.097" v="1" actId="1076"/>
          <ac:graphicFrameMkLst>
            <pc:docMk/>
            <pc:sldMk cId="2581069546" sldId="273"/>
            <ac:graphicFrameMk id="3" creationId="{8D3B7372-9D70-9B0F-70C8-852E55536FE7}"/>
          </ac:graphicFrameMkLst>
        </pc:graphicFrameChg>
        <pc:cxnChg chg="mod">
          <ac:chgData name="Huy Nguyễn Quang" userId="181c793dc4a71f74" providerId="LiveId" clId="{972A2E3D-74B0-4E18-AB1F-311738F73FD5}" dt="2026-01-01T04:12:11.122" v="9" actId="14100"/>
          <ac:cxnSpMkLst>
            <pc:docMk/>
            <pc:sldMk cId="2581069546" sldId="273"/>
            <ac:cxnSpMk id="19" creationId="{A978B508-E123-22F1-08B1-3631FC045A45}"/>
          </ac:cxnSpMkLst>
        </pc:cxnChg>
        <pc:cxnChg chg="mod">
          <ac:chgData name="Huy Nguyễn Quang" userId="181c793dc4a71f74" providerId="LiveId" clId="{972A2E3D-74B0-4E18-AB1F-311738F73FD5}" dt="2026-01-01T04:12:37.903" v="29" actId="1076"/>
          <ac:cxnSpMkLst>
            <pc:docMk/>
            <pc:sldMk cId="2581069546" sldId="273"/>
            <ac:cxnSpMk id="23" creationId="{ABBEBA3F-239B-BDBB-F919-2441B63E2D61}"/>
          </ac:cxnSpMkLst>
        </pc:cxnChg>
      </pc:sldChg>
      <pc:sldChg chg="addSp delSp modSp add del mod">
        <pc:chgData name="Huy Nguyễn Quang" userId="181c793dc4a71f74" providerId="LiveId" clId="{972A2E3D-74B0-4E18-AB1F-311738F73FD5}" dt="2026-01-05T03:36:55.252" v="5568" actId="20577"/>
        <pc:sldMkLst>
          <pc:docMk/>
          <pc:sldMk cId="1527478094" sldId="284"/>
        </pc:sldMkLst>
        <pc:spChg chg="mod">
          <ac:chgData name="Huy Nguyễn Quang" userId="181c793dc4a71f74" providerId="LiveId" clId="{972A2E3D-74B0-4E18-AB1F-311738F73FD5}" dt="2026-01-05T03:36:55.252" v="5568" actId="20577"/>
          <ac:spMkLst>
            <pc:docMk/>
            <pc:sldMk cId="1527478094" sldId="284"/>
            <ac:spMk id="16" creationId="{124EE75E-56E9-2CEA-9E1B-498ED1BFB246}"/>
          </ac:spMkLst>
        </pc:spChg>
        <pc:picChg chg="add mod">
          <ac:chgData name="Huy Nguyễn Quang" userId="181c793dc4a71f74" providerId="LiveId" clId="{972A2E3D-74B0-4E18-AB1F-311738F73FD5}" dt="2026-01-02T07:41:02.089" v="4460" actId="1076"/>
          <ac:picMkLst>
            <pc:docMk/>
            <pc:sldMk cId="1527478094" sldId="284"/>
            <ac:picMk id="7" creationId="{C6765A81-18ED-CD34-67FB-84B9C263D090}"/>
          </ac:picMkLst>
        </pc:picChg>
      </pc:sldChg>
      <pc:sldChg chg="delSp modSp mod delAnim">
        <pc:chgData name="Huy Nguyễn Quang" userId="181c793dc4a71f74" providerId="LiveId" clId="{972A2E3D-74B0-4E18-AB1F-311738F73FD5}" dt="2026-01-02T04:11:06.736" v="4136" actId="255"/>
        <pc:sldMkLst>
          <pc:docMk/>
          <pc:sldMk cId="1617301758" sldId="285"/>
        </pc:sldMkLst>
        <pc:spChg chg="mod">
          <ac:chgData name="Huy Nguyễn Quang" userId="181c793dc4a71f74" providerId="LiveId" clId="{972A2E3D-74B0-4E18-AB1F-311738F73FD5}" dt="2026-01-02T04:11:06.736" v="4136" actId="255"/>
          <ac:spMkLst>
            <pc:docMk/>
            <pc:sldMk cId="1617301758" sldId="285"/>
            <ac:spMk id="8" creationId="{D55F0AF6-4030-DE73-5351-20323C018D1F}"/>
          </ac:spMkLst>
        </pc:spChg>
      </pc:sldChg>
      <pc:sldChg chg="addSp delSp modSp mod">
        <pc:chgData name="Huy Nguyễn Quang" userId="181c793dc4a71f74" providerId="LiveId" clId="{972A2E3D-74B0-4E18-AB1F-311738F73FD5}" dt="2026-01-02T04:26:36.026" v="4369" actId="20577"/>
        <pc:sldMkLst>
          <pc:docMk/>
          <pc:sldMk cId="845229705" sldId="293"/>
        </pc:sldMkLst>
        <pc:spChg chg="add mod">
          <ac:chgData name="Huy Nguyễn Quang" userId="181c793dc4a71f74" providerId="LiveId" clId="{972A2E3D-74B0-4E18-AB1F-311738F73FD5}" dt="2026-01-02T04:26:36.026" v="4369" actId="20577"/>
          <ac:spMkLst>
            <pc:docMk/>
            <pc:sldMk cId="845229705" sldId="293"/>
            <ac:spMk id="6" creationId="{3832F645-4747-4DDD-8A07-CDB381016FE6}"/>
          </ac:spMkLst>
        </pc:spChg>
      </pc:sldChg>
      <pc:sldChg chg="addSp delSp modSp mod">
        <pc:chgData name="Huy Nguyễn Quang" userId="181c793dc4a71f74" providerId="LiveId" clId="{972A2E3D-74B0-4E18-AB1F-311738F73FD5}" dt="2026-01-30T02:13:27.407" v="8069" actId="255"/>
        <pc:sldMkLst>
          <pc:docMk/>
          <pc:sldMk cId="3988581464" sldId="294"/>
        </pc:sldMkLst>
        <pc:spChg chg="mod">
          <ac:chgData name="Huy Nguyễn Quang" userId="181c793dc4a71f74" providerId="LiveId" clId="{972A2E3D-74B0-4E18-AB1F-311738F73FD5}" dt="2026-01-30T02:13:27.407" v="8069" actId="255"/>
          <ac:spMkLst>
            <pc:docMk/>
            <pc:sldMk cId="3988581464" sldId="294"/>
            <ac:spMk id="3" creationId="{A4CFD63D-85F7-5058-ADDC-4390DFA8F3AE}"/>
          </ac:spMkLst>
        </pc:spChg>
        <pc:picChg chg="add mod">
          <ac:chgData name="Huy Nguyễn Quang" userId="181c793dc4a71f74" providerId="LiveId" clId="{972A2E3D-74B0-4E18-AB1F-311738F73FD5}" dt="2026-01-30T01:20:18.666" v="6052" actId="1076"/>
          <ac:picMkLst>
            <pc:docMk/>
            <pc:sldMk cId="3988581464" sldId="294"/>
            <ac:picMk id="7" creationId="{BBA0B263-3500-6B5B-B0CF-8372BC8B04C9}"/>
          </ac:picMkLst>
        </pc:picChg>
        <pc:picChg chg="add mod">
          <ac:chgData name="Huy Nguyễn Quang" userId="181c793dc4a71f74" providerId="LiveId" clId="{972A2E3D-74B0-4E18-AB1F-311738F73FD5}" dt="2026-01-05T03:31:37.874" v="5434" actId="1076"/>
          <ac:picMkLst>
            <pc:docMk/>
            <pc:sldMk cId="3988581464" sldId="294"/>
            <ac:picMk id="27" creationId="{67F4E3BB-C5B7-2AB8-3DEF-3302B13049B8}"/>
          </ac:picMkLst>
        </pc:picChg>
        <pc:picChg chg="add mod">
          <ac:chgData name="Huy Nguyễn Quang" userId="181c793dc4a71f74" providerId="LiveId" clId="{972A2E3D-74B0-4E18-AB1F-311738F73FD5}" dt="2026-01-05T03:31:41.456" v="5436" actId="1076"/>
          <ac:picMkLst>
            <pc:docMk/>
            <pc:sldMk cId="3988581464" sldId="294"/>
            <ac:picMk id="29" creationId="{89BBB5A2-EE3B-01B2-48F8-1DB082275031}"/>
          </ac:picMkLst>
        </pc:picChg>
      </pc:sldChg>
      <pc:sldChg chg="addSp delSp modSp mod">
        <pc:chgData name="Huy Nguyễn Quang" userId="181c793dc4a71f74" providerId="LiveId" clId="{972A2E3D-74B0-4E18-AB1F-311738F73FD5}" dt="2026-01-01T04:37:31.414" v="433" actId="1076"/>
        <pc:sldMkLst>
          <pc:docMk/>
          <pc:sldMk cId="1426524538" sldId="295"/>
        </pc:sldMkLst>
        <pc:picChg chg="add mod modCrop">
          <ac:chgData name="Huy Nguyễn Quang" userId="181c793dc4a71f74" providerId="LiveId" clId="{972A2E3D-74B0-4E18-AB1F-311738F73FD5}" dt="2026-01-01T04:37:17.771" v="428" actId="1076"/>
          <ac:picMkLst>
            <pc:docMk/>
            <pc:sldMk cId="1426524538" sldId="295"/>
            <ac:picMk id="10" creationId="{F8C83B80-14A7-5A5F-E1D8-89884D07DC57}"/>
          </ac:picMkLst>
        </pc:picChg>
        <pc:picChg chg="add mod">
          <ac:chgData name="Huy Nguyễn Quang" userId="181c793dc4a71f74" providerId="LiveId" clId="{972A2E3D-74B0-4E18-AB1F-311738F73FD5}" dt="2026-01-01T04:37:24.670" v="431" actId="1076"/>
          <ac:picMkLst>
            <pc:docMk/>
            <pc:sldMk cId="1426524538" sldId="295"/>
            <ac:picMk id="12" creationId="{03707098-EAAB-7011-F9E8-0F1B3C5D5556}"/>
          </ac:picMkLst>
        </pc:picChg>
        <pc:picChg chg="add mod">
          <ac:chgData name="Huy Nguyễn Quang" userId="181c793dc4a71f74" providerId="LiveId" clId="{972A2E3D-74B0-4E18-AB1F-311738F73FD5}" dt="2026-01-01T04:37:10.942" v="425" actId="1076"/>
          <ac:picMkLst>
            <pc:docMk/>
            <pc:sldMk cId="1426524538" sldId="295"/>
            <ac:picMk id="15" creationId="{E71BBCEE-2EBA-2407-1858-7A792A187AAF}"/>
          </ac:picMkLst>
        </pc:picChg>
        <pc:picChg chg="add mod">
          <ac:chgData name="Huy Nguyễn Quang" userId="181c793dc4a71f74" providerId="LiveId" clId="{972A2E3D-74B0-4E18-AB1F-311738F73FD5}" dt="2026-01-01T04:37:31.414" v="433" actId="1076"/>
          <ac:picMkLst>
            <pc:docMk/>
            <pc:sldMk cId="1426524538" sldId="295"/>
            <ac:picMk id="18" creationId="{5304B8C3-3AA8-46E8-96DE-489BF3B7108F}"/>
          </ac:picMkLst>
        </pc:picChg>
      </pc:sldChg>
      <pc:sldChg chg="addSp delSp modSp mod">
        <pc:chgData name="Huy Nguyễn Quang" userId="181c793dc4a71f74" providerId="LiveId" clId="{972A2E3D-74B0-4E18-AB1F-311738F73FD5}" dt="2026-01-02T02:52:00.004" v="2435" actId="1076"/>
        <pc:sldMkLst>
          <pc:docMk/>
          <pc:sldMk cId="449151914" sldId="299"/>
        </pc:sldMkLst>
        <pc:spChg chg="mod">
          <ac:chgData name="Huy Nguyễn Quang" userId="181c793dc4a71f74" providerId="LiveId" clId="{972A2E3D-74B0-4E18-AB1F-311738F73FD5}" dt="2026-01-02T02:06:56.170" v="2076" actId="20577"/>
          <ac:spMkLst>
            <pc:docMk/>
            <pc:sldMk cId="449151914" sldId="299"/>
            <ac:spMk id="4" creationId="{BC311219-8684-45FC-A126-E067924AC7F7}"/>
          </ac:spMkLst>
        </pc:spChg>
        <pc:spChg chg="mod">
          <ac:chgData name="Huy Nguyễn Quang" userId="181c793dc4a71f74" providerId="LiveId" clId="{972A2E3D-74B0-4E18-AB1F-311738F73FD5}" dt="2026-01-02T02:25:12.738" v="2202" actId="20577"/>
          <ac:spMkLst>
            <pc:docMk/>
            <pc:sldMk cId="449151914" sldId="299"/>
            <ac:spMk id="8" creationId="{F0E04393-6F97-C857-94DD-CF092C5BD43B}"/>
          </ac:spMkLst>
        </pc:spChg>
        <pc:spChg chg="add mod">
          <ac:chgData name="Huy Nguyễn Quang" userId="181c793dc4a71f74" providerId="LiveId" clId="{972A2E3D-74B0-4E18-AB1F-311738F73FD5}" dt="2026-01-02T02:30:33.547" v="2270" actId="20577"/>
          <ac:spMkLst>
            <pc:docMk/>
            <pc:sldMk cId="449151914" sldId="299"/>
            <ac:spMk id="14" creationId="{52DE261C-A243-D807-3156-220C564C74AF}"/>
          </ac:spMkLst>
        </pc:spChg>
        <pc:picChg chg="add mod modCrop">
          <ac:chgData name="Huy Nguyễn Quang" userId="181c793dc4a71f74" providerId="LiveId" clId="{972A2E3D-74B0-4E18-AB1F-311738F73FD5}" dt="2026-01-02T02:52:00.004" v="2435" actId="1076"/>
          <ac:picMkLst>
            <pc:docMk/>
            <pc:sldMk cId="449151914" sldId="299"/>
            <ac:picMk id="13" creationId="{32F90B4E-C1B1-87E2-228D-5E6B9DFDE222}"/>
          </ac:picMkLst>
        </pc:picChg>
      </pc:sldChg>
      <pc:sldChg chg="addSp delSp modSp mod delAnim">
        <pc:chgData name="Huy Nguyễn Quang" userId="181c793dc4a71f74" providerId="LiveId" clId="{972A2E3D-74B0-4E18-AB1F-311738F73FD5}" dt="2026-01-05T02:58:43.938" v="5074" actId="1076"/>
        <pc:sldMkLst>
          <pc:docMk/>
          <pc:sldMk cId="4022542271" sldId="301"/>
        </pc:sldMkLst>
        <pc:spChg chg="add mod">
          <ac:chgData name="Huy Nguyễn Quang" userId="181c793dc4a71f74" providerId="LiveId" clId="{972A2E3D-74B0-4E18-AB1F-311738F73FD5}" dt="2026-01-05T02:58:32.037" v="5072" actId="1076"/>
          <ac:spMkLst>
            <pc:docMk/>
            <pc:sldMk cId="4022542271" sldId="301"/>
            <ac:spMk id="8" creationId="{797A1B8E-03DC-4F7D-FBD5-B525EAC85BF0}"/>
          </ac:spMkLst>
        </pc:spChg>
        <pc:spChg chg="mod">
          <ac:chgData name="Huy Nguyễn Quang" userId="181c793dc4a71f74" providerId="LiveId" clId="{972A2E3D-74B0-4E18-AB1F-311738F73FD5}" dt="2026-01-02T08:05:39.879" v="4980" actId="20577"/>
          <ac:spMkLst>
            <pc:docMk/>
            <pc:sldMk cId="4022542271" sldId="301"/>
            <ac:spMk id="11" creationId="{23D44495-77DC-F953-408F-2CA2504C84AC}"/>
          </ac:spMkLst>
        </pc:spChg>
        <pc:spChg chg="add mod">
          <ac:chgData name="Huy Nguyễn Quang" userId="181c793dc4a71f74" providerId="LiveId" clId="{972A2E3D-74B0-4E18-AB1F-311738F73FD5}" dt="2026-01-05T02:58:29.697" v="5071" actId="1076"/>
          <ac:spMkLst>
            <pc:docMk/>
            <pc:sldMk cId="4022542271" sldId="301"/>
            <ac:spMk id="13" creationId="{ED5BB01F-CF32-980D-CA7F-03FAA37E6D01}"/>
          </ac:spMkLst>
        </pc:spChg>
        <pc:picChg chg="add mod">
          <ac:chgData name="Huy Nguyễn Quang" userId="181c793dc4a71f74" providerId="LiveId" clId="{972A2E3D-74B0-4E18-AB1F-311738F73FD5}" dt="2026-01-05T02:58:43.938" v="5074" actId="1076"/>
          <ac:picMkLst>
            <pc:docMk/>
            <pc:sldMk cId="4022542271" sldId="301"/>
            <ac:picMk id="12" creationId="{F606B30D-D140-2F7A-4B62-4F8F153B6204}"/>
          </ac:picMkLst>
        </pc:picChg>
      </pc:sldChg>
      <pc:sldChg chg="modSp mod">
        <pc:chgData name="Huy Nguyễn Quang" userId="181c793dc4a71f74" providerId="LiveId" clId="{972A2E3D-74B0-4E18-AB1F-311738F73FD5}" dt="2026-01-02T01:30:58.268" v="1754" actId="20577"/>
        <pc:sldMkLst>
          <pc:docMk/>
          <pc:sldMk cId="3761593080" sldId="302"/>
        </pc:sldMkLst>
        <pc:spChg chg="mod">
          <ac:chgData name="Huy Nguyễn Quang" userId="181c793dc4a71f74" providerId="LiveId" clId="{972A2E3D-74B0-4E18-AB1F-311738F73FD5}" dt="2026-01-02T01:27:28.556" v="1213" actId="20577"/>
          <ac:spMkLst>
            <pc:docMk/>
            <pc:sldMk cId="3761593080" sldId="302"/>
            <ac:spMk id="4" creationId="{8F3E6E5C-9744-5884-9CF6-BA4CC119CD42}"/>
          </ac:spMkLst>
        </pc:spChg>
        <pc:spChg chg="mod">
          <ac:chgData name="Huy Nguyễn Quang" userId="181c793dc4a71f74" providerId="LiveId" clId="{972A2E3D-74B0-4E18-AB1F-311738F73FD5}" dt="2026-01-02T01:30:58.268" v="1754" actId="20577"/>
          <ac:spMkLst>
            <pc:docMk/>
            <pc:sldMk cId="3761593080" sldId="302"/>
            <ac:spMk id="7" creationId="{8F3E6E5C-9744-5884-9CF6-BA4CC119CD42}"/>
          </ac:spMkLst>
        </pc:spChg>
      </pc:sldChg>
      <pc:sldChg chg="addSp delSp modSp mod">
        <pc:chgData name="Huy Nguyễn Quang" userId="181c793dc4a71f74" providerId="LiveId" clId="{972A2E3D-74B0-4E18-AB1F-311738F73FD5}" dt="2026-01-05T03:29:29.629" v="5302" actId="1076"/>
        <pc:sldMkLst>
          <pc:docMk/>
          <pc:sldMk cId="1110108984" sldId="305"/>
        </pc:sldMkLst>
        <pc:spChg chg="mod">
          <ac:chgData name="Huy Nguyễn Quang" userId="181c793dc4a71f74" providerId="LiveId" clId="{972A2E3D-74B0-4E18-AB1F-311738F73FD5}" dt="2026-01-02T07:48:28.826" v="4611" actId="1076"/>
          <ac:spMkLst>
            <pc:docMk/>
            <pc:sldMk cId="1110108984" sldId="305"/>
            <ac:spMk id="9" creationId="{1C4F5FDA-9D16-2ADE-F8F4-DD515A6BB6A3}"/>
          </ac:spMkLst>
        </pc:spChg>
        <pc:spChg chg="add mod">
          <ac:chgData name="Huy Nguyễn Quang" userId="181c793dc4a71f74" providerId="LiveId" clId="{972A2E3D-74B0-4E18-AB1F-311738F73FD5}" dt="2026-01-02T07:59:52.851" v="4920" actId="20577"/>
          <ac:spMkLst>
            <pc:docMk/>
            <pc:sldMk cId="1110108984" sldId="305"/>
            <ac:spMk id="12" creationId="{497B43B0-63E4-ABD1-C29A-7EC8A9E130B9}"/>
          </ac:spMkLst>
        </pc:spChg>
        <pc:picChg chg="add mod modCrop">
          <ac:chgData name="Huy Nguyễn Quang" userId="181c793dc4a71f74" providerId="LiveId" clId="{972A2E3D-74B0-4E18-AB1F-311738F73FD5}" dt="2026-01-05T03:29:29.629" v="5302" actId="1076"/>
          <ac:picMkLst>
            <pc:docMk/>
            <pc:sldMk cId="1110108984" sldId="305"/>
            <ac:picMk id="15" creationId="{4886F3C1-9B35-FCC5-8E94-513C43AA23A6}"/>
          </ac:picMkLst>
        </pc:picChg>
        <pc:picChg chg="add mod modCrop">
          <ac:chgData name="Huy Nguyễn Quang" userId="181c793dc4a71f74" providerId="LiveId" clId="{972A2E3D-74B0-4E18-AB1F-311738F73FD5}" dt="2026-01-05T03:29:26.358" v="5301" actId="1076"/>
          <ac:picMkLst>
            <pc:docMk/>
            <pc:sldMk cId="1110108984" sldId="305"/>
            <ac:picMk id="24" creationId="{5E8A5AA1-A7DA-7871-87AE-FC3777A4E60B}"/>
          </ac:picMkLst>
        </pc:picChg>
      </pc:sldChg>
      <pc:sldChg chg="modSp mod ord">
        <pc:chgData name="Huy Nguyễn Quang" userId="181c793dc4a71f74" providerId="LiveId" clId="{972A2E3D-74B0-4E18-AB1F-311738F73FD5}" dt="2026-01-30T02:20:26.169" v="8072" actId="1076"/>
        <pc:sldMkLst>
          <pc:docMk/>
          <pc:sldMk cId="1095710837" sldId="307"/>
        </pc:sldMkLst>
        <pc:spChg chg="mod">
          <ac:chgData name="Huy Nguyễn Quang" userId="181c793dc4a71f74" providerId="LiveId" clId="{972A2E3D-74B0-4E18-AB1F-311738F73FD5}" dt="2026-01-01T04:31:14.180" v="347" actId="20577"/>
          <ac:spMkLst>
            <pc:docMk/>
            <pc:sldMk cId="1095710837" sldId="307"/>
            <ac:spMk id="4" creationId="{BC311219-8684-45FC-A126-E067924AC7F7}"/>
          </ac:spMkLst>
        </pc:spChg>
        <pc:spChg chg="mod">
          <ac:chgData name="Huy Nguyễn Quang" userId="181c793dc4a71f74" providerId="LiveId" clId="{972A2E3D-74B0-4E18-AB1F-311738F73FD5}" dt="2026-01-02T02:32:32.875" v="2351" actId="1076"/>
          <ac:spMkLst>
            <pc:docMk/>
            <pc:sldMk cId="1095710837" sldId="307"/>
            <ac:spMk id="6" creationId="{816A64D2-B4EC-792A-391F-FF4EC1DE0630}"/>
          </ac:spMkLst>
        </pc:spChg>
        <pc:spChg chg="mod">
          <ac:chgData name="Huy Nguyễn Quang" userId="181c793dc4a71f74" providerId="LiveId" clId="{972A2E3D-74B0-4E18-AB1F-311738F73FD5}" dt="2026-01-30T02:20:23.945" v="8071" actId="20577"/>
          <ac:spMkLst>
            <pc:docMk/>
            <pc:sldMk cId="1095710837" sldId="307"/>
            <ac:spMk id="7" creationId="{32552103-F131-2FE3-DC2D-E16EC6EEFD2A}"/>
          </ac:spMkLst>
        </pc:spChg>
        <pc:picChg chg="mod">
          <ac:chgData name="Huy Nguyễn Quang" userId="181c793dc4a71f74" providerId="LiveId" clId="{972A2E3D-74B0-4E18-AB1F-311738F73FD5}" dt="2026-01-30T02:20:26.169" v="8072" actId="1076"/>
          <ac:picMkLst>
            <pc:docMk/>
            <pc:sldMk cId="1095710837" sldId="307"/>
            <ac:picMk id="8" creationId="{8FC6278E-E427-485E-BDE0-07C7594E8B65}"/>
          </ac:picMkLst>
        </pc:picChg>
      </pc:sldChg>
      <pc:sldChg chg="addSp modSp mod">
        <pc:chgData name="Huy Nguyễn Quang" userId="181c793dc4a71f74" providerId="LiveId" clId="{972A2E3D-74B0-4E18-AB1F-311738F73FD5}" dt="2026-01-05T03:46:48.323" v="5785" actId="403"/>
        <pc:sldMkLst>
          <pc:docMk/>
          <pc:sldMk cId="1556449197" sldId="309"/>
        </pc:sldMkLst>
        <pc:spChg chg="mod">
          <ac:chgData name="Huy Nguyễn Quang" userId="181c793dc4a71f74" providerId="LiveId" clId="{972A2E3D-74B0-4E18-AB1F-311738F73FD5}" dt="2026-01-05T03:46:13.121" v="5783" actId="1076"/>
          <ac:spMkLst>
            <pc:docMk/>
            <pc:sldMk cId="1556449197" sldId="309"/>
            <ac:spMk id="8" creationId="{14DC1E6C-2590-8BCA-A4BE-C58848CE01CA}"/>
          </ac:spMkLst>
        </pc:spChg>
        <pc:spChg chg="mod">
          <ac:chgData name="Huy Nguyễn Quang" userId="181c793dc4a71f74" providerId="LiveId" clId="{972A2E3D-74B0-4E18-AB1F-311738F73FD5}" dt="2026-01-05T03:46:48.323" v="5785" actId="403"/>
          <ac:spMkLst>
            <pc:docMk/>
            <pc:sldMk cId="1556449197" sldId="309"/>
            <ac:spMk id="10" creationId="{4B2EB7FB-0AA5-FE2C-BC59-6800076474E6}"/>
          </ac:spMkLst>
        </pc:spChg>
      </pc:sldChg>
      <pc:sldChg chg="addSp delSp modSp add mod modNotesTx">
        <pc:chgData name="Huy Nguyễn Quang" userId="181c793dc4a71f74" providerId="LiveId" clId="{972A2E3D-74B0-4E18-AB1F-311738F73FD5}" dt="2026-01-30T02:12:46.350" v="8065" actId="255"/>
        <pc:sldMkLst>
          <pc:docMk/>
          <pc:sldMk cId="1359086334" sldId="310"/>
        </pc:sldMkLst>
        <pc:spChg chg="mod">
          <ac:chgData name="Huy Nguyễn Quang" userId="181c793dc4a71f74" providerId="LiveId" clId="{972A2E3D-74B0-4E18-AB1F-311738F73FD5}" dt="2026-01-01T04:16:20.063" v="328" actId="20577"/>
          <ac:spMkLst>
            <pc:docMk/>
            <pc:sldMk cId="1359086334" sldId="310"/>
            <ac:spMk id="4" creationId="{AB15A74E-1987-EF88-F027-8F3353CAF964}"/>
          </ac:spMkLst>
        </pc:spChg>
        <pc:spChg chg="add mod">
          <ac:chgData name="Huy Nguyễn Quang" userId="181c793dc4a71f74" providerId="LiveId" clId="{972A2E3D-74B0-4E18-AB1F-311738F73FD5}" dt="2026-01-30T02:12:46.350" v="8065" actId="255"/>
          <ac:spMkLst>
            <pc:docMk/>
            <pc:sldMk cId="1359086334" sldId="310"/>
            <ac:spMk id="8" creationId="{72138A43-C229-3CBC-C705-CC5A9FE7CB97}"/>
          </ac:spMkLst>
        </pc:spChg>
        <pc:picChg chg="add del mod">
          <ac:chgData name="Huy Nguyễn Quang" userId="181c793dc4a71f74" providerId="LiveId" clId="{972A2E3D-74B0-4E18-AB1F-311738F73FD5}" dt="2026-01-30T01:42:23.323" v="7390" actId="478"/>
          <ac:picMkLst>
            <pc:docMk/>
            <pc:sldMk cId="1359086334" sldId="310"/>
            <ac:picMk id="6" creationId="{B6DCFF54-12E0-68DD-87A6-F1C12B9A9A46}"/>
          </ac:picMkLst>
        </pc:picChg>
        <pc:picChg chg="add del mod">
          <ac:chgData name="Huy Nguyễn Quang" userId="181c793dc4a71f74" providerId="LiveId" clId="{972A2E3D-74B0-4E18-AB1F-311738F73FD5}" dt="2026-01-30T01:56:13.225" v="7708" actId="478"/>
          <ac:picMkLst>
            <pc:docMk/>
            <pc:sldMk cId="1359086334" sldId="310"/>
            <ac:picMk id="9" creationId="{8D65436F-9FCB-D0E5-B2BD-1B246BB4F9EE}"/>
          </ac:picMkLst>
        </pc:picChg>
        <pc:picChg chg="add del mod modCrop">
          <ac:chgData name="Huy Nguyễn Quang" userId="181c793dc4a71f74" providerId="LiveId" clId="{972A2E3D-74B0-4E18-AB1F-311738F73FD5}" dt="2026-01-30T01:33:40.470" v="6758" actId="478"/>
          <ac:picMkLst>
            <pc:docMk/>
            <pc:sldMk cId="1359086334" sldId="310"/>
            <ac:picMk id="10" creationId="{A0DD1268-45AB-2012-C546-431949ABE980}"/>
          </ac:picMkLst>
        </pc:picChg>
        <pc:picChg chg="add del mod">
          <ac:chgData name="Huy Nguyễn Quang" userId="181c793dc4a71f74" providerId="LiveId" clId="{972A2E3D-74B0-4E18-AB1F-311738F73FD5}" dt="2026-01-30T01:33:39.999" v="6757" actId="478"/>
          <ac:picMkLst>
            <pc:docMk/>
            <pc:sldMk cId="1359086334" sldId="310"/>
            <ac:picMk id="12" creationId="{744D2E79-27EB-DB75-5662-F454D163D551}"/>
          </ac:picMkLst>
        </pc:picChg>
        <pc:picChg chg="add mod">
          <ac:chgData name="Huy Nguyễn Quang" userId="181c793dc4a71f74" providerId="LiveId" clId="{972A2E3D-74B0-4E18-AB1F-311738F73FD5}" dt="2026-01-30T02:04:14.886" v="8052" actId="1076"/>
          <ac:picMkLst>
            <pc:docMk/>
            <pc:sldMk cId="1359086334" sldId="310"/>
            <ac:picMk id="13" creationId="{85F89AB4-B24A-A1D1-7E12-ACFBFF095E66}"/>
          </ac:picMkLst>
        </pc:picChg>
        <pc:picChg chg="add del mod">
          <ac:chgData name="Huy Nguyễn Quang" userId="181c793dc4a71f74" providerId="LiveId" clId="{972A2E3D-74B0-4E18-AB1F-311738F73FD5}" dt="2026-01-30T01:33:39.504" v="6756" actId="478"/>
          <ac:picMkLst>
            <pc:docMk/>
            <pc:sldMk cId="1359086334" sldId="310"/>
            <ac:picMk id="14" creationId="{5C98EDF6-BF12-5B0A-1BFD-AFA2250DBF6A}"/>
          </ac:picMkLst>
        </pc:picChg>
        <pc:picChg chg="add del mod">
          <ac:chgData name="Huy Nguyễn Quang" userId="181c793dc4a71f74" providerId="LiveId" clId="{972A2E3D-74B0-4E18-AB1F-311738F73FD5}" dt="2026-01-30T01:33:38.827" v="6755" actId="478"/>
          <ac:picMkLst>
            <pc:docMk/>
            <pc:sldMk cId="1359086334" sldId="310"/>
            <ac:picMk id="16" creationId="{0E9F1F38-6BA0-0BB1-AEBE-99D4F4137261}"/>
          </ac:picMkLst>
        </pc:picChg>
        <pc:picChg chg="add del mod">
          <ac:chgData name="Huy Nguyễn Quang" userId="181c793dc4a71f74" providerId="LiveId" clId="{972A2E3D-74B0-4E18-AB1F-311738F73FD5}" dt="2026-01-30T01:33:38.261" v="6754" actId="478"/>
          <ac:picMkLst>
            <pc:docMk/>
            <pc:sldMk cId="1359086334" sldId="310"/>
            <ac:picMk id="18" creationId="{C53F9D68-6F0C-F850-301B-7164101A2111}"/>
          </ac:picMkLst>
        </pc:picChg>
      </pc:sldChg>
      <pc:sldChg chg="addSp delSp modSp add mod">
        <pc:chgData name="Huy Nguyễn Quang" userId="181c793dc4a71f74" providerId="LiveId" clId="{972A2E3D-74B0-4E18-AB1F-311738F73FD5}" dt="2026-01-30T02:00:06.076" v="7930" actId="20577"/>
        <pc:sldMkLst>
          <pc:docMk/>
          <pc:sldMk cId="2518209735" sldId="311"/>
        </pc:sldMkLst>
        <pc:spChg chg="add mod">
          <ac:chgData name="Huy Nguyễn Quang" userId="181c793dc4a71f74" providerId="LiveId" clId="{972A2E3D-74B0-4E18-AB1F-311738F73FD5}" dt="2026-01-30T02:00:06.076" v="7930" actId="20577"/>
          <ac:spMkLst>
            <pc:docMk/>
            <pc:sldMk cId="2518209735" sldId="311"/>
            <ac:spMk id="5" creationId="{3E4AE1D2-55A4-696E-5B98-22B0D900AA62}"/>
          </ac:spMkLst>
        </pc:spChg>
        <pc:spChg chg="add mod">
          <ac:chgData name="Huy Nguyễn Quang" userId="181c793dc4a71f74" providerId="LiveId" clId="{972A2E3D-74B0-4E18-AB1F-311738F73FD5}" dt="2026-01-30T01:58:31.121" v="7803" actId="13926"/>
          <ac:spMkLst>
            <pc:docMk/>
            <pc:sldMk cId="2518209735" sldId="311"/>
            <ac:spMk id="19" creationId="{4F8D17A3-3F27-73BC-9568-F29EEEB3DEBA}"/>
          </ac:spMkLst>
        </pc:spChg>
        <pc:picChg chg="add mod">
          <ac:chgData name="Huy Nguyễn Quang" userId="181c793dc4a71f74" providerId="LiveId" clId="{972A2E3D-74B0-4E18-AB1F-311738F73FD5}" dt="2026-01-02T01:35:03.055" v="1847" actId="1076"/>
          <ac:picMkLst>
            <pc:docMk/>
            <pc:sldMk cId="2518209735" sldId="311"/>
            <ac:picMk id="8" creationId="{265455FB-A3F6-B2AD-6248-17145AB50926}"/>
          </ac:picMkLst>
        </pc:picChg>
        <pc:picChg chg="add mod">
          <ac:chgData name="Huy Nguyễn Quang" userId="181c793dc4a71f74" providerId="LiveId" clId="{972A2E3D-74B0-4E18-AB1F-311738F73FD5}" dt="2026-01-05T03:35:54.087" v="5551" actId="1076"/>
          <ac:picMkLst>
            <pc:docMk/>
            <pc:sldMk cId="2518209735" sldId="311"/>
            <ac:picMk id="14" creationId="{3DB4D803-D7DB-B301-B78D-4552F2B0AEA8}"/>
          </ac:picMkLst>
        </pc:picChg>
        <pc:picChg chg="add mod">
          <ac:chgData name="Huy Nguyễn Quang" userId="181c793dc4a71f74" providerId="LiveId" clId="{972A2E3D-74B0-4E18-AB1F-311738F73FD5}" dt="2026-01-05T03:35:43.076" v="5547" actId="1076"/>
          <ac:picMkLst>
            <pc:docMk/>
            <pc:sldMk cId="2518209735" sldId="311"/>
            <ac:picMk id="16" creationId="{108C5C6C-4BE2-29BA-48AF-085BB9EE73CE}"/>
          </ac:picMkLst>
        </pc:picChg>
      </pc:sldChg>
      <pc:sldChg chg="addSp delSp modSp add mod">
        <pc:chgData name="Huy Nguyễn Quang" userId="181c793dc4a71f74" providerId="LiveId" clId="{972A2E3D-74B0-4E18-AB1F-311738F73FD5}" dt="2026-01-02T02:55:29.912" v="2458"/>
        <pc:sldMkLst>
          <pc:docMk/>
          <pc:sldMk cId="1388179885" sldId="312"/>
        </pc:sldMkLst>
        <pc:spChg chg="mod">
          <ac:chgData name="Huy Nguyễn Quang" userId="181c793dc4a71f74" providerId="LiveId" clId="{972A2E3D-74B0-4E18-AB1F-311738F73FD5}" dt="2026-01-02T02:31:08.282" v="2338" actId="20577"/>
          <ac:spMkLst>
            <pc:docMk/>
            <pc:sldMk cId="1388179885" sldId="312"/>
            <ac:spMk id="4" creationId="{B00CD15D-690E-37CC-9194-25AE05278ADD}"/>
          </ac:spMkLst>
        </pc:spChg>
        <pc:spChg chg="mod">
          <ac:chgData name="Huy Nguyễn Quang" userId="181c793dc4a71f74" providerId="LiveId" clId="{972A2E3D-74B0-4E18-AB1F-311738F73FD5}" dt="2026-01-02T02:54:32.734" v="2441" actId="1076"/>
          <ac:spMkLst>
            <pc:docMk/>
            <pc:sldMk cId="1388179885" sldId="312"/>
            <ac:spMk id="8" creationId="{1FC337F1-00FB-A108-01D6-81CA97F04C37}"/>
          </ac:spMkLst>
        </pc:spChg>
        <pc:picChg chg="add mod">
          <ac:chgData name="Huy Nguyễn Quang" userId="181c793dc4a71f74" providerId="LiveId" clId="{972A2E3D-74B0-4E18-AB1F-311738F73FD5}" dt="2026-01-02T02:54:44.574" v="2446" actId="1076"/>
          <ac:picMkLst>
            <pc:docMk/>
            <pc:sldMk cId="1388179885" sldId="312"/>
            <ac:picMk id="6" creationId="{59BDA1BD-301A-0E1A-98FE-0FD2B1023F92}"/>
          </ac:picMkLst>
        </pc:picChg>
        <pc:inkChg chg="add">
          <ac:chgData name="Huy Nguyễn Quang" userId="181c793dc4a71f74" providerId="LiveId" clId="{972A2E3D-74B0-4E18-AB1F-311738F73FD5}" dt="2026-01-02T02:55:00.489" v="2448" actId="9405"/>
          <ac:inkMkLst>
            <pc:docMk/>
            <pc:sldMk cId="1388179885" sldId="312"/>
            <ac:inkMk id="9" creationId="{C6419ADC-4EFA-A872-5A8F-11BF64DD59A1}"/>
          </ac:inkMkLst>
        </pc:inkChg>
        <pc:inkChg chg="add">
          <ac:chgData name="Huy Nguyễn Quang" userId="181c793dc4a71f74" providerId="LiveId" clId="{972A2E3D-74B0-4E18-AB1F-311738F73FD5}" dt="2026-01-02T02:55:05.982" v="2449" actId="9405"/>
          <ac:inkMkLst>
            <pc:docMk/>
            <pc:sldMk cId="1388179885" sldId="312"/>
            <ac:inkMk id="10" creationId="{52F46FE2-63F0-1F86-65B7-DEABCB532C0E}"/>
          </ac:inkMkLst>
        </pc:inkChg>
        <pc:inkChg chg="add">
          <ac:chgData name="Huy Nguyễn Quang" userId="181c793dc4a71f74" providerId="LiveId" clId="{972A2E3D-74B0-4E18-AB1F-311738F73FD5}" dt="2026-01-02T02:55:13.382" v="2454" actId="9405"/>
          <ac:inkMkLst>
            <pc:docMk/>
            <pc:sldMk cId="1388179885" sldId="312"/>
            <ac:inkMk id="15" creationId="{B234CF0E-BAE0-239F-B7A0-9B49DF26FAD7}"/>
          </ac:inkMkLst>
        </pc:inkChg>
        <pc:inkChg chg="add">
          <ac:chgData name="Huy Nguyễn Quang" userId="181c793dc4a71f74" providerId="LiveId" clId="{972A2E3D-74B0-4E18-AB1F-311738F73FD5}" dt="2026-01-02T02:55:17.186" v="2455" actId="9405"/>
          <ac:inkMkLst>
            <pc:docMk/>
            <pc:sldMk cId="1388179885" sldId="312"/>
            <ac:inkMk id="16" creationId="{A06CAD54-FC69-3003-E5ED-C7035B29F962}"/>
          </ac:inkMkLst>
        </pc:inkChg>
      </pc:sldChg>
      <pc:sldChg chg="modSp add mod">
        <pc:chgData name="Huy Nguyễn Quang" userId="181c793dc4a71f74" providerId="LiveId" clId="{972A2E3D-74B0-4E18-AB1F-311738F73FD5}" dt="2026-01-02T04:15:41.792" v="4158" actId="20577"/>
        <pc:sldMkLst>
          <pc:docMk/>
          <pc:sldMk cId="3942850671" sldId="314"/>
        </pc:sldMkLst>
        <pc:spChg chg="mod">
          <ac:chgData name="Huy Nguyễn Quang" userId="181c793dc4a71f74" providerId="LiveId" clId="{972A2E3D-74B0-4E18-AB1F-311738F73FD5}" dt="2026-01-02T04:15:41.792" v="4158" actId="20577"/>
          <ac:spMkLst>
            <pc:docMk/>
            <pc:sldMk cId="3942850671" sldId="314"/>
            <ac:spMk id="8" creationId="{3BE0FAD5-34A1-6104-0FBE-89E9C63111A0}"/>
          </ac:spMkLst>
        </pc:spChg>
      </pc:sldChg>
      <pc:sldChg chg="addSp delSp modSp add mod">
        <pc:chgData name="Huy Nguyễn Quang" userId="181c793dc4a71f74" providerId="LiveId" clId="{972A2E3D-74B0-4E18-AB1F-311738F73FD5}" dt="2026-01-30T03:32:36.636" v="8345" actId="1076"/>
        <pc:sldMkLst>
          <pc:docMk/>
          <pc:sldMk cId="238639141" sldId="315"/>
        </pc:sldMkLst>
        <pc:spChg chg="mod">
          <ac:chgData name="Huy Nguyễn Quang" userId="181c793dc4a71f74" providerId="LiveId" clId="{972A2E3D-74B0-4E18-AB1F-311738F73FD5}" dt="2026-01-02T07:41:46.061" v="4531" actId="20577"/>
          <ac:spMkLst>
            <pc:docMk/>
            <pc:sldMk cId="238639141" sldId="315"/>
            <ac:spMk id="16" creationId="{1EA65ACF-11C8-553A-B5B0-321C69D83A72}"/>
          </ac:spMkLst>
        </pc:spChg>
        <pc:spChg chg="add del mod">
          <ac:chgData name="Huy Nguyễn Quang" userId="181c793dc4a71f74" providerId="LiveId" clId="{972A2E3D-74B0-4E18-AB1F-311738F73FD5}" dt="2026-01-30T03:28:54.993" v="8289" actId="478"/>
          <ac:spMkLst>
            <pc:docMk/>
            <pc:sldMk cId="238639141" sldId="315"/>
            <ac:spMk id="21" creationId="{158810E5-8A36-C1A6-6141-EC9BDB679D9B}"/>
          </ac:spMkLst>
        </pc:spChg>
        <pc:spChg chg="add del mod">
          <ac:chgData name="Huy Nguyễn Quang" userId="181c793dc4a71f74" providerId="LiveId" clId="{972A2E3D-74B0-4E18-AB1F-311738F73FD5}" dt="2026-01-30T03:20:57.775" v="8248" actId="478"/>
          <ac:spMkLst>
            <pc:docMk/>
            <pc:sldMk cId="238639141" sldId="315"/>
            <ac:spMk id="22" creationId="{DC5944D0-26AD-28D9-30D5-324CE623ACF5}"/>
          </ac:spMkLst>
        </pc:spChg>
        <pc:spChg chg="add del mod">
          <ac:chgData name="Huy Nguyễn Quang" userId="181c793dc4a71f74" providerId="LiveId" clId="{972A2E3D-74B0-4E18-AB1F-311738F73FD5}" dt="2026-01-30T03:20:55.385" v="8247" actId="478"/>
          <ac:spMkLst>
            <pc:docMk/>
            <pc:sldMk cId="238639141" sldId="315"/>
            <ac:spMk id="23" creationId="{AE7FD4FE-9008-7399-47EE-5E9343E151E2}"/>
          </ac:spMkLst>
        </pc:spChg>
        <pc:spChg chg="add del mod">
          <ac:chgData name="Huy Nguyễn Quang" userId="181c793dc4a71f74" providerId="LiveId" clId="{972A2E3D-74B0-4E18-AB1F-311738F73FD5}" dt="2026-01-30T03:21:00.087" v="8249" actId="478"/>
          <ac:spMkLst>
            <pc:docMk/>
            <pc:sldMk cId="238639141" sldId="315"/>
            <ac:spMk id="24" creationId="{C31C4C7D-6BC9-7E18-47D0-09E7DAA0742E}"/>
          </ac:spMkLst>
        </pc:spChg>
        <pc:spChg chg="add del mod">
          <ac:chgData name="Huy Nguyễn Quang" userId="181c793dc4a71f74" providerId="LiveId" clId="{972A2E3D-74B0-4E18-AB1F-311738F73FD5}" dt="2026-01-30T03:21:05.278" v="8252" actId="478"/>
          <ac:spMkLst>
            <pc:docMk/>
            <pc:sldMk cId="238639141" sldId="315"/>
            <ac:spMk id="25" creationId="{66D59F4C-E8BA-ACD2-D295-0038B8D81807}"/>
          </ac:spMkLst>
        </pc:spChg>
        <pc:spChg chg="add del mod">
          <ac:chgData name="Huy Nguyễn Quang" userId="181c793dc4a71f74" providerId="LiveId" clId="{972A2E3D-74B0-4E18-AB1F-311738F73FD5}" dt="2026-01-30T03:21:06.921" v="8253" actId="478"/>
          <ac:spMkLst>
            <pc:docMk/>
            <pc:sldMk cId="238639141" sldId="315"/>
            <ac:spMk id="26" creationId="{D125CC70-5CCB-1D7D-21ED-255B48498944}"/>
          </ac:spMkLst>
        </pc:spChg>
        <pc:picChg chg="add del mod">
          <ac:chgData name="Huy Nguyễn Quang" userId="181c793dc4a71f74" providerId="LiveId" clId="{972A2E3D-74B0-4E18-AB1F-311738F73FD5}" dt="2026-01-30T03:05:18.239" v="8082" actId="478"/>
          <ac:picMkLst>
            <pc:docMk/>
            <pc:sldMk cId="238639141" sldId="315"/>
            <ac:picMk id="5" creationId="{D2CC0F39-0C4B-4DCA-9415-B80BEDD6D195}"/>
          </ac:picMkLst>
        </pc:picChg>
        <pc:picChg chg="add del mod">
          <ac:chgData name="Huy Nguyễn Quang" userId="181c793dc4a71f74" providerId="LiveId" clId="{972A2E3D-74B0-4E18-AB1F-311738F73FD5}" dt="2026-01-30T03:05:16.637" v="8081" actId="478"/>
          <ac:picMkLst>
            <pc:docMk/>
            <pc:sldMk cId="238639141" sldId="315"/>
            <ac:picMk id="7" creationId="{9C1FEB2D-E3BC-5582-855B-A4078DC38463}"/>
          </ac:picMkLst>
        </pc:picChg>
        <pc:picChg chg="add del mod">
          <ac:chgData name="Huy Nguyễn Quang" userId="181c793dc4a71f74" providerId="LiveId" clId="{972A2E3D-74B0-4E18-AB1F-311738F73FD5}" dt="2026-01-30T03:11:47.530" v="8112" actId="478"/>
          <ac:picMkLst>
            <pc:docMk/>
            <pc:sldMk cId="238639141" sldId="315"/>
            <ac:picMk id="9" creationId="{D9347F82-B325-A059-5B8F-C16933A75FCD}"/>
          </ac:picMkLst>
        </pc:picChg>
        <pc:picChg chg="add del mod">
          <ac:chgData name="Huy Nguyễn Quang" userId="181c793dc4a71f74" providerId="LiveId" clId="{972A2E3D-74B0-4E18-AB1F-311738F73FD5}" dt="2026-01-30T03:11:49" v="8113" actId="478"/>
          <ac:picMkLst>
            <pc:docMk/>
            <pc:sldMk cId="238639141" sldId="315"/>
            <ac:picMk id="11" creationId="{14BB59A0-3088-C946-F871-760400C3ED02}"/>
          </ac:picMkLst>
        </pc:picChg>
        <pc:picChg chg="add del mod">
          <ac:chgData name="Huy Nguyễn Quang" userId="181c793dc4a71f74" providerId="LiveId" clId="{972A2E3D-74B0-4E18-AB1F-311738F73FD5}" dt="2026-01-30T03:21:56.009" v="8269" actId="478"/>
          <ac:picMkLst>
            <pc:docMk/>
            <pc:sldMk cId="238639141" sldId="315"/>
            <ac:picMk id="12" creationId="{FBD7D848-8E10-C249-3424-3936951F7D54}"/>
          </ac:picMkLst>
        </pc:picChg>
        <pc:picChg chg="del mod">
          <ac:chgData name="Huy Nguyễn Quang" userId="181c793dc4a71f74" providerId="LiveId" clId="{972A2E3D-74B0-4E18-AB1F-311738F73FD5}" dt="2026-01-30T03:20:41.352" v="8242" actId="478"/>
          <ac:picMkLst>
            <pc:docMk/>
            <pc:sldMk cId="238639141" sldId="315"/>
            <ac:picMk id="13" creationId="{18A70D30-FC47-A6BB-7E49-04766468E8E0}"/>
          </ac:picMkLst>
        </pc:picChg>
        <pc:picChg chg="add del mod">
          <ac:chgData name="Huy Nguyễn Quang" userId="181c793dc4a71f74" providerId="LiveId" clId="{972A2E3D-74B0-4E18-AB1F-311738F73FD5}" dt="2026-01-30T03:20:37.993" v="8239" actId="478"/>
          <ac:picMkLst>
            <pc:docMk/>
            <pc:sldMk cId="238639141" sldId="315"/>
            <ac:picMk id="14" creationId="{A820B59E-B277-70BF-BBB3-42A4727E71C8}"/>
          </ac:picMkLst>
        </pc:picChg>
        <pc:picChg chg="del mod">
          <ac:chgData name="Huy Nguyễn Quang" userId="181c793dc4a71f74" providerId="LiveId" clId="{972A2E3D-74B0-4E18-AB1F-311738F73FD5}" dt="2026-01-30T03:29:00.221" v="8291" actId="478"/>
          <ac:picMkLst>
            <pc:docMk/>
            <pc:sldMk cId="238639141" sldId="315"/>
            <ac:picMk id="15" creationId="{1CCEB6D7-C044-6A03-9179-61D7015A857C}"/>
          </ac:picMkLst>
        </pc:picChg>
        <pc:picChg chg="del mod">
          <ac:chgData name="Huy Nguyễn Quang" userId="181c793dc4a71f74" providerId="LiveId" clId="{972A2E3D-74B0-4E18-AB1F-311738F73FD5}" dt="2026-01-30T03:30:23.793" v="8309" actId="478"/>
          <ac:picMkLst>
            <pc:docMk/>
            <pc:sldMk cId="238639141" sldId="315"/>
            <ac:picMk id="17" creationId="{0C2BFAB1-D51C-5321-BE38-87A46A44D69A}"/>
          </ac:picMkLst>
        </pc:picChg>
        <pc:picChg chg="add del mod">
          <ac:chgData name="Huy Nguyễn Quang" userId="181c793dc4a71f74" providerId="LiveId" clId="{972A2E3D-74B0-4E18-AB1F-311738F73FD5}" dt="2026-01-30T03:30:10.341" v="8301" actId="478"/>
          <ac:picMkLst>
            <pc:docMk/>
            <pc:sldMk cId="238639141" sldId="315"/>
            <ac:picMk id="18" creationId="{31798CB5-76A8-267E-CC9A-634CA2F4430E}"/>
          </ac:picMkLst>
        </pc:picChg>
        <pc:picChg chg="del mod">
          <ac:chgData name="Huy Nguyễn Quang" userId="181c793dc4a71f74" providerId="LiveId" clId="{972A2E3D-74B0-4E18-AB1F-311738F73FD5}" dt="2026-01-30T03:21:18.349" v="8264" actId="478"/>
          <ac:picMkLst>
            <pc:docMk/>
            <pc:sldMk cId="238639141" sldId="315"/>
            <ac:picMk id="19" creationId="{4E468752-27C3-9F42-5264-B0F0ECC5B9B3}"/>
          </ac:picMkLst>
        </pc:picChg>
        <pc:picChg chg="add del mod">
          <ac:chgData name="Huy Nguyễn Quang" userId="181c793dc4a71f74" providerId="LiveId" clId="{972A2E3D-74B0-4E18-AB1F-311738F73FD5}" dt="2026-01-30T03:21:16.577" v="8262" actId="478"/>
          <ac:picMkLst>
            <pc:docMk/>
            <pc:sldMk cId="238639141" sldId="315"/>
            <ac:picMk id="20" creationId="{D3DFB3DE-3FE0-94F8-F0F1-F6D15E30E05C}"/>
          </ac:picMkLst>
        </pc:picChg>
        <pc:picChg chg="del">
          <ac:chgData name="Huy Nguyễn Quang" userId="181c793dc4a71f74" providerId="LiveId" clId="{972A2E3D-74B0-4E18-AB1F-311738F73FD5}" dt="2026-01-30T03:20:34.907" v="8236" actId="478"/>
          <ac:picMkLst>
            <pc:docMk/>
            <pc:sldMk cId="238639141" sldId="315"/>
            <ac:picMk id="27" creationId="{F6A36B16-7EC4-10E3-1A85-FDD30563232D}"/>
          </ac:picMkLst>
        </pc:picChg>
        <pc:picChg chg="del mod">
          <ac:chgData name="Huy Nguyễn Quang" userId="181c793dc4a71f74" providerId="LiveId" clId="{972A2E3D-74B0-4E18-AB1F-311738F73FD5}" dt="2026-01-30T03:21:17.384" v="8263" actId="478"/>
          <ac:picMkLst>
            <pc:docMk/>
            <pc:sldMk cId="238639141" sldId="315"/>
            <ac:picMk id="28" creationId="{EE918435-0224-C8C2-9041-438905B3785B}"/>
          </ac:picMkLst>
        </pc:picChg>
        <pc:picChg chg="add del mod">
          <ac:chgData name="Huy Nguyễn Quang" userId="181c793dc4a71f74" providerId="LiveId" clId="{972A2E3D-74B0-4E18-AB1F-311738F73FD5}" dt="2026-01-30T03:28:15.181" v="8281" actId="478"/>
          <ac:picMkLst>
            <pc:docMk/>
            <pc:sldMk cId="238639141" sldId="315"/>
            <ac:picMk id="29" creationId="{B23B6CA3-4FB6-A737-E5F8-BE4317DA87D9}"/>
          </ac:picMkLst>
        </pc:picChg>
        <pc:picChg chg="add del mod">
          <ac:chgData name="Huy Nguyễn Quang" userId="181c793dc4a71f74" providerId="LiveId" clId="{972A2E3D-74B0-4E18-AB1F-311738F73FD5}" dt="2026-01-30T03:28:52.909" v="8288" actId="478"/>
          <ac:picMkLst>
            <pc:docMk/>
            <pc:sldMk cId="238639141" sldId="315"/>
            <ac:picMk id="30" creationId="{3EE9998F-4ECB-4821-A7CB-6A22CAFD10AC}"/>
          </ac:picMkLst>
        </pc:picChg>
        <pc:picChg chg="add mod">
          <ac:chgData name="Huy Nguyễn Quang" userId="181c793dc4a71f74" providerId="LiveId" clId="{972A2E3D-74B0-4E18-AB1F-311738F73FD5}" dt="2026-01-30T03:32:36.636" v="8345" actId="1076"/>
          <ac:picMkLst>
            <pc:docMk/>
            <pc:sldMk cId="238639141" sldId="315"/>
            <ac:picMk id="32" creationId="{FA750C4B-20C0-B3ED-C055-38397AB0357F}"/>
          </ac:picMkLst>
        </pc:picChg>
        <pc:picChg chg="add mod">
          <ac:chgData name="Huy Nguyễn Quang" userId="181c793dc4a71f74" providerId="LiveId" clId="{972A2E3D-74B0-4E18-AB1F-311738F73FD5}" dt="2026-01-30T03:28:18.407" v="8282" actId="1076"/>
          <ac:picMkLst>
            <pc:docMk/>
            <pc:sldMk cId="238639141" sldId="315"/>
            <ac:picMk id="34" creationId="{BEFA1F09-70F6-51B2-BD3A-A3D48470ED2C}"/>
          </ac:picMkLst>
        </pc:picChg>
        <pc:picChg chg="add mod">
          <ac:chgData name="Huy Nguyễn Quang" userId="181c793dc4a71f74" providerId="LiveId" clId="{972A2E3D-74B0-4E18-AB1F-311738F73FD5}" dt="2026-01-30T03:31:36.206" v="8331" actId="1076"/>
          <ac:picMkLst>
            <pc:docMk/>
            <pc:sldMk cId="238639141" sldId="315"/>
            <ac:picMk id="36" creationId="{0B86FDAB-7C92-C851-F691-A66B237E2DBD}"/>
          </ac:picMkLst>
        </pc:picChg>
        <pc:picChg chg="add mod">
          <ac:chgData name="Huy Nguyễn Quang" userId="181c793dc4a71f74" providerId="LiveId" clId="{972A2E3D-74B0-4E18-AB1F-311738F73FD5}" dt="2026-01-30T03:29:19.497" v="8297" actId="14100"/>
          <ac:picMkLst>
            <pc:docMk/>
            <pc:sldMk cId="238639141" sldId="315"/>
            <ac:picMk id="38" creationId="{D1AB69E9-953B-D22C-BBB6-C31BDC9384D0}"/>
          </ac:picMkLst>
        </pc:picChg>
        <pc:picChg chg="add mod">
          <ac:chgData name="Huy Nguyễn Quang" userId="181c793dc4a71f74" providerId="LiveId" clId="{972A2E3D-74B0-4E18-AB1F-311738F73FD5}" dt="2026-01-30T03:31:06.295" v="8323" actId="1076"/>
          <ac:picMkLst>
            <pc:docMk/>
            <pc:sldMk cId="238639141" sldId="315"/>
            <ac:picMk id="40" creationId="{938E86E9-1AD9-DF46-5BD4-503493071CF3}"/>
          </ac:picMkLst>
        </pc:picChg>
        <pc:picChg chg="add del mod">
          <ac:chgData name="Huy Nguyễn Quang" userId="181c793dc4a71f74" providerId="LiveId" clId="{972A2E3D-74B0-4E18-AB1F-311738F73FD5}" dt="2026-01-30T03:30:48.750" v="8313" actId="478"/>
          <ac:picMkLst>
            <pc:docMk/>
            <pc:sldMk cId="238639141" sldId="315"/>
            <ac:picMk id="42" creationId="{E9ECF4E7-9CB1-38E5-757A-984AF37586F9}"/>
          </ac:picMkLst>
        </pc:picChg>
        <pc:picChg chg="add mod">
          <ac:chgData name="Huy Nguyễn Quang" userId="181c793dc4a71f74" providerId="LiveId" clId="{972A2E3D-74B0-4E18-AB1F-311738F73FD5}" dt="2026-01-30T03:31:40.564" v="8332" actId="1076"/>
          <ac:picMkLst>
            <pc:docMk/>
            <pc:sldMk cId="238639141" sldId="315"/>
            <ac:picMk id="44" creationId="{A4DDB2D6-80EB-F452-04D2-9F9D88D86897}"/>
          </ac:picMkLst>
        </pc:picChg>
        <pc:picChg chg="add mod">
          <ac:chgData name="Huy Nguyễn Quang" userId="181c793dc4a71f74" providerId="LiveId" clId="{972A2E3D-74B0-4E18-AB1F-311738F73FD5}" dt="2026-01-30T03:32:32.639" v="8343" actId="1076"/>
          <ac:picMkLst>
            <pc:docMk/>
            <pc:sldMk cId="238639141" sldId="315"/>
            <ac:picMk id="46" creationId="{CC3E81E7-BD2A-532D-724E-D75D2A8CEE01}"/>
          </ac:picMkLst>
        </pc:picChg>
        <pc:picChg chg="add mod">
          <ac:chgData name="Huy Nguyễn Quang" userId="181c793dc4a71f74" providerId="LiveId" clId="{972A2E3D-74B0-4E18-AB1F-311738F73FD5}" dt="2026-01-30T03:32:29.511" v="8342" actId="1076"/>
          <ac:picMkLst>
            <pc:docMk/>
            <pc:sldMk cId="238639141" sldId="315"/>
            <ac:picMk id="48" creationId="{58A7E60F-09C0-B0BE-B6D6-57824328E35D}"/>
          </ac:picMkLst>
        </pc:picChg>
      </pc:sldChg>
      <pc:sldChg chg="addSp delSp modSp add mod">
        <pc:chgData name="Huy Nguyễn Quang" userId="181c793dc4a71f74" providerId="LiveId" clId="{972A2E3D-74B0-4E18-AB1F-311738F73FD5}" dt="2026-01-30T03:08:33.604" v="8105" actId="1076"/>
        <pc:sldMkLst>
          <pc:docMk/>
          <pc:sldMk cId="3442278553" sldId="316"/>
        </pc:sldMkLst>
        <pc:spChg chg="mod">
          <ac:chgData name="Huy Nguyễn Quang" userId="181c793dc4a71f74" providerId="LiveId" clId="{972A2E3D-74B0-4E18-AB1F-311738F73FD5}" dt="2026-01-02T07:42:07.040" v="4569" actId="20577"/>
          <ac:spMkLst>
            <pc:docMk/>
            <pc:sldMk cId="3442278553" sldId="316"/>
            <ac:spMk id="16" creationId="{62C80219-734D-7737-4EA9-3FDE33E3BC03}"/>
          </ac:spMkLst>
        </pc:spChg>
        <pc:picChg chg="add del mod">
          <ac:chgData name="Huy Nguyễn Quang" userId="181c793dc4a71f74" providerId="LiveId" clId="{972A2E3D-74B0-4E18-AB1F-311738F73FD5}" dt="2026-01-30T03:08:07.798" v="8100" actId="478"/>
          <ac:picMkLst>
            <pc:docMk/>
            <pc:sldMk cId="3442278553" sldId="316"/>
            <ac:picMk id="5" creationId="{D3351930-8CCE-0750-B05C-3D1362E23B27}"/>
          </ac:picMkLst>
        </pc:picChg>
        <pc:picChg chg="add mod">
          <ac:chgData name="Huy Nguyễn Quang" userId="181c793dc4a71f74" providerId="LiveId" clId="{972A2E3D-74B0-4E18-AB1F-311738F73FD5}" dt="2026-01-30T03:08:33.604" v="8105" actId="1076"/>
          <ac:picMkLst>
            <pc:docMk/>
            <pc:sldMk cId="3442278553" sldId="316"/>
            <ac:picMk id="6" creationId="{DDE80B59-C630-7276-764D-05F4E537AC71}"/>
          </ac:picMkLst>
        </pc:picChg>
      </pc:sldChg>
      <pc:sldChg chg="addSp delSp modSp add mod">
        <pc:chgData name="Huy Nguyễn Quang" userId="181c793dc4a71f74" providerId="LiveId" clId="{972A2E3D-74B0-4E18-AB1F-311738F73FD5}" dt="2026-01-30T03:08:49.236" v="8111" actId="1076"/>
        <pc:sldMkLst>
          <pc:docMk/>
          <pc:sldMk cId="2546243344" sldId="317"/>
        </pc:sldMkLst>
        <pc:picChg chg="add mod">
          <ac:chgData name="Huy Nguyễn Quang" userId="181c793dc4a71f74" providerId="LiveId" clId="{972A2E3D-74B0-4E18-AB1F-311738F73FD5}" dt="2026-01-30T03:08:49.236" v="8111" actId="1076"/>
          <ac:picMkLst>
            <pc:docMk/>
            <pc:sldMk cId="2546243344" sldId="317"/>
            <ac:picMk id="5" creationId="{9CF55D72-FD16-9CFB-6056-70E6795D2E9A}"/>
          </ac:picMkLst>
        </pc:picChg>
        <pc:picChg chg="add del mod">
          <ac:chgData name="Huy Nguyễn Quang" userId="181c793dc4a71f74" providerId="LiveId" clId="{972A2E3D-74B0-4E18-AB1F-311738F73FD5}" dt="2026-01-30T03:08:10.871" v="8101" actId="478"/>
          <ac:picMkLst>
            <pc:docMk/>
            <pc:sldMk cId="2546243344" sldId="317"/>
            <ac:picMk id="6" creationId="{A382677F-D2CD-9C8A-DDA4-CAA80D2B5B1C}"/>
          </ac:picMkLst>
        </pc:picChg>
      </pc:sldChg>
      <pc:sldChg chg="modSp add mod">
        <pc:chgData name="Huy Nguyễn Quang" userId="181c793dc4a71f74" providerId="LiveId" clId="{972A2E3D-74B0-4E18-AB1F-311738F73FD5}" dt="2026-01-30T01:28:54.245" v="6389" actId="5793"/>
        <pc:sldMkLst>
          <pc:docMk/>
          <pc:sldMk cId="123919898" sldId="318"/>
        </pc:sldMkLst>
        <pc:spChg chg="mod">
          <ac:chgData name="Huy Nguyễn Quang" userId="181c793dc4a71f74" providerId="LiveId" clId="{972A2E3D-74B0-4E18-AB1F-311738F73FD5}" dt="2026-01-30T01:28:54.245" v="6389" actId="5793"/>
          <ac:spMkLst>
            <pc:docMk/>
            <pc:sldMk cId="123919898" sldId="318"/>
            <ac:spMk id="8" creationId="{4ABE4F5A-30C7-D623-83D0-FBC7F3CE1C46}"/>
          </ac:spMkLst>
        </pc:spChg>
        <pc:spChg chg="mod">
          <ac:chgData name="Huy Nguyễn Quang" userId="181c793dc4a71f74" providerId="LiveId" clId="{972A2E3D-74B0-4E18-AB1F-311738F73FD5}" dt="2026-01-05T03:08:31.857" v="5281" actId="20577"/>
          <ac:spMkLst>
            <pc:docMk/>
            <pc:sldMk cId="123919898" sldId="318"/>
            <ac:spMk id="11" creationId="{C2CC564E-627D-A671-14AB-690051B1BE24}"/>
          </ac:spMkLst>
        </pc:spChg>
      </pc:sldChg>
      <pc:sldChg chg="delSp modSp add mod">
        <pc:chgData name="Huy Nguyễn Quang" userId="181c793dc4a71f74" providerId="LiveId" clId="{972A2E3D-74B0-4E18-AB1F-311738F73FD5}" dt="2026-01-30T02:13:15.052" v="8068" actId="255"/>
        <pc:sldMkLst>
          <pc:docMk/>
          <pc:sldMk cId="4117927379" sldId="319"/>
        </pc:sldMkLst>
        <pc:spChg chg="mod">
          <ac:chgData name="Huy Nguyễn Quang" userId="181c793dc4a71f74" providerId="LiveId" clId="{972A2E3D-74B0-4E18-AB1F-311738F73FD5}" dt="2026-01-30T02:13:09.134" v="8067" actId="255"/>
          <ac:spMkLst>
            <pc:docMk/>
            <pc:sldMk cId="4117927379" sldId="319"/>
            <ac:spMk id="3" creationId="{5C6BA4C9-6EF3-6516-A56E-E0439A2A3DAA}"/>
          </ac:spMkLst>
        </pc:spChg>
        <pc:spChg chg="mod">
          <ac:chgData name="Huy Nguyễn Quang" userId="181c793dc4a71f74" providerId="LiveId" clId="{972A2E3D-74B0-4E18-AB1F-311738F73FD5}" dt="2026-01-30T02:13:15.052" v="8068" actId="255"/>
          <ac:spMkLst>
            <pc:docMk/>
            <pc:sldMk cId="4117927379" sldId="319"/>
            <ac:spMk id="15" creationId="{B3094C7D-A1FE-8D04-9452-4437B394E0D2}"/>
          </ac:spMkLst>
        </pc:spChg>
        <pc:picChg chg="mod">
          <ac:chgData name="Huy Nguyễn Quang" userId="181c793dc4a71f74" providerId="LiveId" clId="{972A2E3D-74B0-4E18-AB1F-311738F73FD5}" dt="2026-01-30T02:03:43.940" v="8044" actId="1076"/>
          <ac:picMkLst>
            <pc:docMk/>
            <pc:sldMk cId="4117927379" sldId="319"/>
            <ac:picMk id="12" creationId="{21471AF0-28AC-DD85-5779-294BBA1895AF}"/>
          </ac:picMkLst>
        </pc:picChg>
        <pc:picChg chg="mod">
          <ac:chgData name="Huy Nguyễn Quang" userId="181c793dc4a71f74" providerId="LiveId" clId="{972A2E3D-74B0-4E18-AB1F-311738F73FD5}" dt="2026-01-30T02:03:29.358" v="8039" actId="1076"/>
          <ac:picMkLst>
            <pc:docMk/>
            <pc:sldMk cId="4117927379" sldId="319"/>
            <ac:picMk id="19" creationId="{B6DF310B-9E02-591C-D492-00129D51ECB2}"/>
          </ac:picMkLst>
        </pc:picChg>
        <pc:picChg chg="mod">
          <ac:chgData name="Huy Nguyễn Quang" userId="181c793dc4a71f74" providerId="LiveId" clId="{972A2E3D-74B0-4E18-AB1F-311738F73FD5}" dt="2026-01-30T02:03:30.956" v="8040" actId="1076"/>
          <ac:picMkLst>
            <pc:docMk/>
            <pc:sldMk cId="4117927379" sldId="319"/>
            <ac:picMk id="21" creationId="{97CD121D-4000-8158-01C3-4A13881CB236}"/>
          </ac:picMkLst>
        </pc:picChg>
        <pc:picChg chg="mod">
          <ac:chgData name="Huy Nguyễn Quang" userId="181c793dc4a71f74" providerId="LiveId" clId="{972A2E3D-74B0-4E18-AB1F-311738F73FD5}" dt="2026-01-30T02:03:33.597" v="8041" actId="1076"/>
          <ac:picMkLst>
            <pc:docMk/>
            <pc:sldMk cId="4117927379" sldId="319"/>
            <ac:picMk id="23" creationId="{23AA96F4-0556-6AAE-3C9A-8B43D8F05F51}"/>
          </ac:picMkLst>
        </pc:picChg>
        <pc:picChg chg="mod">
          <ac:chgData name="Huy Nguyễn Quang" userId="181c793dc4a71f74" providerId="LiveId" clId="{972A2E3D-74B0-4E18-AB1F-311738F73FD5}" dt="2026-01-30T02:03:34.798" v="8042" actId="1076"/>
          <ac:picMkLst>
            <pc:docMk/>
            <pc:sldMk cId="4117927379" sldId="319"/>
            <ac:picMk id="25" creationId="{B3C202A7-2475-AB43-4665-41F85497605E}"/>
          </ac:picMkLst>
        </pc:picChg>
      </pc:sldChg>
      <pc:sldChg chg="delSp modSp add del mod">
        <pc:chgData name="Huy Nguyễn Quang" userId="181c793dc4a71f74" providerId="LiveId" clId="{972A2E3D-74B0-4E18-AB1F-311738F73FD5}" dt="2026-01-29T17:24:24.986" v="5856" actId="47"/>
        <pc:sldMkLst>
          <pc:docMk/>
          <pc:sldMk cId="156327479" sldId="320"/>
        </pc:sldMkLst>
        <pc:spChg chg="mod">
          <ac:chgData name="Huy Nguyễn Quang" userId="181c793dc4a71f74" providerId="LiveId" clId="{972A2E3D-74B0-4E18-AB1F-311738F73FD5}" dt="2026-01-29T17:24:13.246" v="5855" actId="20577"/>
          <ac:spMkLst>
            <pc:docMk/>
            <pc:sldMk cId="156327479" sldId="320"/>
            <ac:spMk id="5" creationId="{8F5896B4-A48C-5F9F-E74B-1CD109D4D56B}"/>
          </ac:spMkLst>
        </pc:spChg>
        <pc:spChg chg="del">
          <ac:chgData name="Huy Nguyễn Quang" userId="181c793dc4a71f74" providerId="LiveId" clId="{972A2E3D-74B0-4E18-AB1F-311738F73FD5}" dt="2026-01-29T17:23:58.624" v="5789" actId="478"/>
          <ac:spMkLst>
            <pc:docMk/>
            <pc:sldMk cId="156327479" sldId="320"/>
            <ac:spMk id="19" creationId="{18B161A7-CA29-ED35-C30E-C705744D4627}"/>
          </ac:spMkLst>
        </pc:spChg>
        <pc:picChg chg="del">
          <ac:chgData name="Huy Nguyễn Quang" userId="181c793dc4a71f74" providerId="LiveId" clId="{972A2E3D-74B0-4E18-AB1F-311738F73FD5}" dt="2026-01-29T17:23:56.656" v="5787" actId="478"/>
          <ac:picMkLst>
            <pc:docMk/>
            <pc:sldMk cId="156327479" sldId="320"/>
            <ac:picMk id="14" creationId="{79F986C6-69D3-1AF3-D7F8-D0712C58FAF0}"/>
          </ac:picMkLst>
        </pc:picChg>
        <pc:picChg chg="del">
          <ac:chgData name="Huy Nguyễn Quang" userId="181c793dc4a71f74" providerId="LiveId" clId="{972A2E3D-74B0-4E18-AB1F-311738F73FD5}" dt="2026-01-29T17:23:57.177" v="5788" actId="478"/>
          <ac:picMkLst>
            <pc:docMk/>
            <pc:sldMk cId="156327479" sldId="320"/>
            <ac:picMk id="16" creationId="{1DBBB047-1051-CE86-D997-DF1B0908A3C2}"/>
          </ac:picMkLst>
        </pc:picChg>
      </pc:sldChg>
      <pc:sldChg chg="addSp delSp modSp add mod">
        <pc:chgData name="Huy Nguyễn Quang" userId="181c793dc4a71f74" providerId="LiveId" clId="{972A2E3D-74B0-4E18-AB1F-311738F73FD5}" dt="2026-01-30T02:12:59.513" v="8066" actId="255"/>
        <pc:sldMkLst>
          <pc:docMk/>
          <pc:sldMk cId="1017568918" sldId="320"/>
        </pc:sldMkLst>
        <pc:spChg chg="add mod">
          <ac:chgData name="Huy Nguyễn Quang" userId="181c793dc4a71f74" providerId="LiveId" clId="{972A2E3D-74B0-4E18-AB1F-311738F73FD5}" dt="2026-01-30T02:12:59.513" v="8066" actId="255"/>
          <ac:spMkLst>
            <pc:docMk/>
            <pc:sldMk cId="1017568918" sldId="320"/>
            <ac:spMk id="4" creationId="{C8AF74E9-D0F0-0DDD-75F1-DDCBBF1C845C}"/>
          </ac:spMkLst>
        </pc:spChg>
        <pc:spChg chg="add mod">
          <ac:chgData name="Huy Nguyễn Quang" userId="181c793dc4a71f74" providerId="LiveId" clId="{972A2E3D-74B0-4E18-AB1F-311738F73FD5}" dt="2026-01-30T01:24:12.060" v="6146" actId="1076"/>
          <ac:spMkLst>
            <pc:docMk/>
            <pc:sldMk cId="1017568918" sldId="320"/>
            <ac:spMk id="8" creationId="{03B636D8-FBD4-D766-ACF7-67F4D99D6550}"/>
          </ac:spMkLst>
        </pc:spChg>
        <pc:picChg chg="add mod">
          <ac:chgData name="Huy Nguyễn Quang" userId="181c793dc4a71f74" providerId="LiveId" clId="{972A2E3D-74B0-4E18-AB1F-311738F73FD5}" dt="2026-01-30T01:21:55.412" v="6063" actId="1076"/>
          <ac:picMkLst>
            <pc:docMk/>
            <pc:sldMk cId="1017568918" sldId="320"/>
            <ac:picMk id="7" creationId="{94349BA4-0B17-5973-AF7D-913028C9F115}"/>
          </ac:picMkLst>
        </pc:picChg>
        <pc:picChg chg="del">
          <ac:chgData name="Huy Nguyễn Quang" userId="181c793dc4a71f74" providerId="LiveId" clId="{972A2E3D-74B0-4E18-AB1F-311738F73FD5}" dt="2026-01-29T17:24:32.433" v="5858" actId="478"/>
          <ac:picMkLst>
            <pc:docMk/>
            <pc:sldMk cId="1017568918" sldId="320"/>
            <ac:picMk id="10" creationId="{C3FBF35A-647E-8B20-CF4C-D056BD139437}"/>
          </ac:picMkLst>
        </pc:picChg>
        <pc:picChg chg="del">
          <ac:chgData name="Huy Nguyễn Quang" userId="181c793dc4a71f74" providerId="LiveId" clId="{972A2E3D-74B0-4E18-AB1F-311738F73FD5}" dt="2026-01-29T17:24:34.350" v="5861" actId="478"/>
          <ac:picMkLst>
            <pc:docMk/>
            <pc:sldMk cId="1017568918" sldId="320"/>
            <ac:picMk id="12" creationId="{8538CC28-2D0D-4E85-93BF-0C0A4BD5FF57}"/>
          </ac:picMkLst>
        </pc:picChg>
        <pc:picChg chg="del">
          <ac:chgData name="Huy Nguyễn Quang" userId="181c793dc4a71f74" providerId="LiveId" clId="{972A2E3D-74B0-4E18-AB1F-311738F73FD5}" dt="2026-01-29T17:24:33.684" v="5860" actId="478"/>
          <ac:picMkLst>
            <pc:docMk/>
            <pc:sldMk cId="1017568918" sldId="320"/>
            <ac:picMk id="15" creationId="{76B81615-443C-2E2D-AD38-527802081468}"/>
          </ac:picMkLst>
        </pc:picChg>
        <pc:picChg chg="del">
          <ac:chgData name="Huy Nguyễn Quang" userId="181c793dc4a71f74" providerId="LiveId" clId="{972A2E3D-74B0-4E18-AB1F-311738F73FD5}" dt="2026-01-29T17:24:33.197" v="5859" actId="478"/>
          <ac:picMkLst>
            <pc:docMk/>
            <pc:sldMk cId="1017568918" sldId="320"/>
            <ac:picMk id="18" creationId="{1CD175D3-F43D-0697-09FA-7626B42994C7}"/>
          </ac:picMkLst>
        </pc:picChg>
      </pc:sldChg>
      <pc:sldChg chg="addSp delSp modSp add mod">
        <pc:chgData name="Huy Nguyễn Quang" userId="181c793dc4a71f74" providerId="LiveId" clId="{972A2E3D-74B0-4E18-AB1F-311738F73FD5}" dt="2026-01-30T02:09:47.093" v="8060" actId="113"/>
        <pc:sldMkLst>
          <pc:docMk/>
          <pc:sldMk cId="252995940" sldId="321"/>
        </pc:sldMkLst>
        <pc:spChg chg="mod">
          <ac:chgData name="Huy Nguyễn Quang" userId="181c793dc4a71f74" providerId="LiveId" clId="{972A2E3D-74B0-4E18-AB1F-311738F73FD5}" dt="2026-01-30T02:03:58.160" v="8046" actId="1076"/>
          <ac:spMkLst>
            <pc:docMk/>
            <pc:sldMk cId="252995940" sldId="321"/>
            <ac:spMk id="3" creationId="{D4E9BA29-5E02-7DC4-C22F-320EC254B438}"/>
          </ac:spMkLst>
        </pc:spChg>
        <pc:spChg chg="mod">
          <ac:chgData name="Huy Nguyễn Quang" userId="181c793dc4a71f74" providerId="LiveId" clId="{972A2E3D-74B0-4E18-AB1F-311738F73FD5}" dt="2026-01-30T02:09:47.093" v="8060" actId="113"/>
          <ac:spMkLst>
            <pc:docMk/>
            <pc:sldMk cId="252995940" sldId="321"/>
            <ac:spMk id="4" creationId="{C635C096-FF70-83F0-6FF3-E81C1D54C3DF}"/>
          </ac:spMkLst>
        </pc:spChg>
        <pc:spChg chg="mod">
          <ac:chgData name="Huy Nguyễn Quang" userId="181c793dc4a71f74" providerId="LiveId" clId="{972A2E3D-74B0-4E18-AB1F-311738F73FD5}" dt="2026-01-30T01:24:05.019" v="6139" actId="1076"/>
          <ac:spMkLst>
            <pc:docMk/>
            <pc:sldMk cId="252995940" sldId="321"/>
            <ac:spMk id="8" creationId="{26D10118-0115-B200-00AA-C177DE3D7998}"/>
          </ac:spMkLst>
        </pc:spChg>
        <pc:picChg chg="del">
          <ac:chgData name="Huy Nguyễn Quang" userId="181c793dc4a71f74" providerId="LiveId" clId="{972A2E3D-74B0-4E18-AB1F-311738F73FD5}" dt="2026-01-30T01:22:28.055" v="6103" actId="478"/>
          <ac:picMkLst>
            <pc:docMk/>
            <pc:sldMk cId="252995940" sldId="321"/>
            <ac:picMk id="7" creationId="{32FD51CB-B8FB-A4D6-D8C1-A7587D1D3C4A}"/>
          </ac:picMkLst>
        </pc:picChg>
        <pc:picChg chg="add mod modCrop">
          <ac:chgData name="Huy Nguyễn Quang" userId="181c793dc4a71f74" providerId="LiveId" clId="{972A2E3D-74B0-4E18-AB1F-311738F73FD5}" dt="2026-01-30T01:23:44.571" v="6123" actId="1076"/>
          <ac:picMkLst>
            <pc:docMk/>
            <pc:sldMk cId="252995940" sldId="321"/>
            <ac:picMk id="9" creationId="{82AA8B5E-A30C-6AE7-D843-AC905F31240A}"/>
          </ac:picMkLst>
        </pc:picChg>
        <pc:picChg chg="add mod modCrop">
          <ac:chgData name="Huy Nguyễn Quang" userId="181c793dc4a71f74" providerId="LiveId" clId="{972A2E3D-74B0-4E18-AB1F-311738F73FD5}" dt="2026-01-30T01:23:50.409" v="6124" actId="1076"/>
          <ac:picMkLst>
            <pc:docMk/>
            <pc:sldMk cId="252995940" sldId="321"/>
            <ac:picMk id="11" creationId="{C21F860D-8C52-F448-F2C5-ADB66D090950}"/>
          </ac:picMkLst>
        </pc:picChg>
      </pc:sldChg>
      <pc:sldChg chg="modSp add del mod">
        <pc:chgData name="Huy Nguyễn Quang" userId="181c793dc4a71f74" providerId="LiveId" clId="{972A2E3D-74B0-4E18-AB1F-311738F73FD5}" dt="2026-01-30T03:38:11.573" v="8510" actId="47"/>
        <pc:sldMkLst>
          <pc:docMk/>
          <pc:sldMk cId="960001983" sldId="322"/>
        </pc:sldMkLst>
        <pc:spChg chg="mod">
          <ac:chgData name="Huy Nguyễn Quang" userId="181c793dc4a71f74" providerId="LiveId" clId="{972A2E3D-74B0-4E18-AB1F-311738F73FD5}" dt="2026-01-30T01:30:09.488" v="6461" actId="20577"/>
          <ac:spMkLst>
            <pc:docMk/>
            <pc:sldMk cId="960001983" sldId="322"/>
            <ac:spMk id="11" creationId="{9B8A9E26-63F2-AD04-D8D9-5B8A720F88EE}"/>
          </ac:spMkLst>
        </pc:spChg>
      </pc:sldChg>
      <pc:sldChg chg="modSp add mod modNotesTx">
        <pc:chgData name="Huy Nguyễn Quang" userId="181c793dc4a71f74" providerId="LiveId" clId="{972A2E3D-74B0-4E18-AB1F-311738F73FD5}" dt="2026-01-30T01:57:58.728" v="7802" actId="20577"/>
        <pc:sldMkLst>
          <pc:docMk/>
          <pc:sldMk cId="4045587170" sldId="323"/>
        </pc:sldMkLst>
        <pc:spChg chg="mod">
          <ac:chgData name="Huy Nguyễn Quang" userId="181c793dc4a71f74" providerId="LiveId" clId="{972A2E3D-74B0-4E18-AB1F-311738F73FD5}" dt="2026-01-30T01:53:36.359" v="7600" actId="20577"/>
          <ac:spMkLst>
            <pc:docMk/>
            <pc:sldMk cId="4045587170" sldId="323"/>
            <ac:spMk id="8" creationId="{91C41854-1A4A-FA46-D002-C4C3E631C90F}"/>
          </ac:spMkLst>
        </pc:spChg>
      </pc:sldChg>
      <pc:sldChg chg="addSp delSp modSp add mod">
        <pc:chgData name="Huy Nguyễn Quang" userId="181c793dc4a71f74" providerId="LiveId" clId="{972A2E3D-74B0-4E18-AB1F-311738F73FD5}" dt="2026-01-30T03:36:38.489" v="8509" actId="20577"/>
        <pc:sldMkLst>
          <pc:docMk/>
          <pc:sldMk cId="2984605257" sldId="324"/>
        </pc:sldMkLst>
        <pc:spChg chg="mod">
          <ac:chgData name="Huy Nguyễn Quang" userId="181c793dc4a71f74" providerId="LiveId" clId="{972A2E3D-74B0-4E18-AB1F-311738F73FD5}" dt="2026-01-30T03:36:38.489" v="8509" actId="20577"/>
          <ac:spMkLst>
            <pc:docMk/>
            <pc:sldMk cId="2984605257" sldId="324"/>
            <ac:spMk id="16" creationId="{33A891B7-C746-E06A-0224-504B1E0A1691}"/>
          </ac:spMkLst>
        </pc:spChg>
        <pc:picChg chg="del">
          <ac:chgData name="Huy Nguyễn Quang" userId="181c793dc4a71f74" providerId="LiveId" clId="{972A2E3D-74B0-4E18-AB1F-311738F73FD5}" dt="2026-01-30T03:14:24.800" v="8115" actId="478"/>
          <ac:picMkLst>
            <pc:docMk/>
            <pc:sldMk cId="2984605257" sldId="324"/>
            <ac:picMk id="5" creationId="{5DFAF3C4-6358-BBED-825E-CBD56C96534C}"/>
          </ac:picMkLst>
        </pc:picChg>
        <pc:picChg chg="add mod">
          <ac:chgData name="Huy Nguyễn Quang" userId="181c793dc4a71f74" providerId="LiveId" clId="{972A2E3D-74B0-4E18-AB1F-311738F73FD5}" dt="2026-01-30T03:36:15.008" v="8503" actId="14100"/>
          <ac:picMkLst>
            <pc:docMk/>
            <pc:sldMk cId="2984605257" sldId="324"/>
            <ac:picMk id="6" creationId="{E4A75281-2E40-9C17-7613-F68828098C9A}"/>
          </ac:picMkLst>
        </pc:picChg>
        <pc:picChg chg="add mod">
          <ac:chgData name="Huy Nguyễn Quang" userId="181c793dc4a71f74" providerId="LiveId" clId="{972A2E3D-74B0-4E18-AB1F-311738F73FD5}" dt="2026-01-30T03:36:16.958" v="8504" actId="14100"/>
          <ac:picMkLst>
            <pc:docMk/>
            <pc:sldMk cId="2984605257" sldId="324"/>
            <ac:picMk id="8" creationId="{CFBF753B-EB35-1A04-1D43-AC22E975FA27}"/>
          </ac:picMkLst>
        </pc:picChg>
      </pc:sldChg>
      <pc:sldChg chg="addSp delSp modSp add mod">
        <pc:chgData name="Huy Nguyễn Quang" userId="181c793dc4a71f74" providerId="LiveId" clId="{972A2E3D-74B0-4E18-AB1F-311738F73FD5}" dt="2026-01-30T04:02:38.785" v="8576" actId="1076"/>
        <pc:sldMkLst>
          <pc:docMk/>
          <pc:sldMk cId="2391981461" sldId="325"/>
        </pc:sldMkLst>
        <pc:picChg chg="add del mod">
          <ac:chgData name="Huy Nguyễn Quang" userId="181c793dc4a71f74" providerId="LiveId" clId="{972A2E3D-74B0-4E18-AB1F-311738F73FD5}" dt="2026-01-30T04:02:04.962" v="8573" actId="478"/>
          <ac:picMkLst>
            <pc:docMk/>
            <pc:sldMk cId="2391981461" sldId="325"/>
            <ac:picMk id="5" creationId="{47B670F8-F7D2-E3E3-D7FF-285CECB7EADF}"/>
          </ac:picMkLst>
        </pc:picChg>
        <pc:picChg chg="del">
          <ac:chgData name="Huy Nguyễn Quang" userId="181c793dc4a71f74" providerId="LiveId" clId="{972A2E3D-74B0-4E18-AB1F-311738F73FD5}" dt="2026-01-30T04:02:03.700" v="8572" actId="478"/>
          <ac:picMkLst>
            <pc:docMk/>
            <pc:sldMk cId="2391981461" sldId="325"/>
            <ac:picMk id="6" creationId="{2F8F85D0-BE2C-3672-58F6-E4A9D228910C}"/>
          </ac:picMkLst>
        </pc:picChg>
        <pc:picChg chg="del">
          <ac:chgData name="Huy Nguyễn Quang" userId="181c793dc4a71f74" providerId="LiveId" clId="{972A2E3D-74B0-4E18-AB1F-311738F73FD5}" dt="2026-01-30T03:41:21.107" v="8560" actId="478"/>
          <ac:picMkLst>
            <pc:docMk/>
            <pc:sldMk cId="2391981461" sldId="325"/>
            <ac:picMk id="8" creationId="{FECA7711-36A3-8C37-A3E5-ABCEE1258CDE}"/>
          </ac:picMkLst>
        </pc:picChg>
        <pc:picChg chg="add mod">
          <ac:chgData name="Huy Nguyễn Quang" userId="181c793dc4a71f74" providerId="LiveId" clId="{972A2E3D-74B0-4E18-AB1F-311738F73FD5}" dt="2026-01-30T04:02:38.785" v="8576" actId="1076"/>
          <ac:picMkLst>
            <pc:docMk/>
            <pc:sldMk cId="2391981461" sldId="325"/>
            <ac:picMk id="9" creationId="{D0B450CF-01AA-49A8-C7B7-C964FE87878F}"/>
          </ac:picMkLst>
        </pc:picChg>
      </pc:sldChg>
      <pc:sldChg chg="addSp delSp modSp add mod">
        <pc:chgData name="Huy Nguyễn Quang" userId="181c793dc4a71f74" providerId="LiveId" clId="{972A2E3D-74B0-4E18-AB1F-311738F73FD5}" dt="2026-01-30T04:12:14.493" v="8718" actId="1076"/>
        <pc:sldMkLst>
          <pc:docMk/>
          <pc:sldMk cId="2871558462" sldId="326"/>
        </pc:sldMkLst>
        <pc:spChg chg="mod">
          <ac:chgData name="Huy Nguyễn Quang" userId="181c793dc4a71f74" providerId="LiveId" clId="{972A2E3D-74B0-4E18-AB1F-311738F73FD5}" dt="2026-01-30T04:11:47.956" v="8710" actId="1076"/>
          <ac:spMkLst>
            <pc:docMk/>
            <pc:sldMk cId="2871558462" sldId="326"/>
            <ac:spMk id="16" creationId="{F6F54A6A-2065-2657-D960-F0461B3F5776}"/>
          </ac:spMkLst>
        </pc:spChg>
        <pc:picChg chg="add mod">
          <ac:chgData name="Huy Nguyễn Quang" userId="181c793dc4a71f74" providerId="LiveId" clId="{972A2E3D-74B0-4E18-AB1F-311738F73FD5}" dt="2026-01-30T04:12:10.906" v="8717" actId="1076"/>
          <ac:picMkLst>
            <pc:docMk/>
            <pc:sldMk cId="2871558462" sldId="326"/>
            <ac:picMk id="5" creationId="{0852048D-3CE9-A67E-6CCC-024363308932}"/>
          </ac:picMkLst>
        </pc:picChg>
        <pc:picChg chg="add mod">
          <ac:chgData name="Huy Nguyễn Quang" userId="181c793dc4a71f74" providerId="LiveId" clId="{972A2E3D-74B0-4E18-AB1F-311738F73FD5}" dt="2026-01-30T04:12:09.850" v="8716" actId="1076"/>
          <ac:picMkLst>
            <pc:docMk/>
            <pc:sldMk cId="2871558462" sldId="326"/>
            <ac:picMk id="7" creationId="{6622EE14-85A2-417E-6862-EF7F75945F65}"/>
          </ac:picMkLst>
        </pc:picChg>
        <pc:picChg chg="del">
          <ac:chgData name="Huy Nguyễn Quang" userId="181c793dc4a71f74" providerId="LiveId" clId="{972A2E3D-74B0-4E18-AB1F-311738F73FD5}" dt="2026-01-30T04:08:26.122" v="8606" actId="478"/>
          <ac:picMkLst>
            <pc:docMk/>
            <pc:sldMk cId="2871558462" sldId="326"/>
            <ac:picMk id="9" creationId="{450689B5-EEFD-B8C0-418A-81D689DB7F69}"/>
          </ac:picMkLst>
        </pc:picChg>
        <pc:picChg chg="add mod">
          <ac:chgData name="Huy Nguyễn Quang" userId="181c793dc4a71f74" providerId="LiveId" clId="{972A2E3D-74B0-4E18-AB1F-311738F73FD5}" dt="2026-01-30T04:12:14.493" v="8718" actId="1076"/>
          <ac:picMkLst>
            <pc:docMk/>
            <pc:sldMk cId="2871558462" sldId="326"/>
            <ac:picMk id="10" creationId="{1914C286-D26B-4D1E-FD68-F315EE80E50A}"/>
          </ac:picMkLst>
        </pc:picChg>
      </pc:sldChg>
      <pc:sldChg chg="addSp delSp modSp add mod">
        <pc:chgData name="Huy Nguyễn Quang" userId="181c793dc4a71f74" providerId="LiveId" clId="{972A2E3D-74B0-4E18-AB1F-311738F73FD5}" dt="2026-01-30T04:12:50.059" v="8729" actId="1076"/>
        <pc:sldMkLst>
          <pc:docMk/>
          <pc:sldMk cId="2526904378" sldId="327"/>
        </pc:sldMkLst>
        <pc:picChg chg="del">
          <ac:chgData name="Huy Nguyễn Quang" userId="181c793dc4a71f74" providerId="LiveId" clId="{972A2E3D-74B0-4E18-AB1F-311738F73FD5}" dt="2026-01-30T04:12:32.423" v="8722" actId="478"/>
          <ac:picMkLst>
            <pc:docMk/>
            <pc:sldMk cId="2526904378" sldId="327"/>
            <ac:picMk id="5" creationId="{0E5D2AF9-344C-6DAC-A6FE-F3A976FD255A}"/>
          </ac:picMkLst>
        </pc:picChg>
        <pc:picChg chg="add mod">
          <ac:chgData name="Huy Nguyễn Quang" userId="181c793dc4a71f74" providerId="LiveId" clId="{972A2E3D-74B0-4E18-AB1F-311738F73FD5}" dt="2026-01-30T04:12:50.059" v="8729" actId="1076"/>
          <ac:picMkLst>
            <pc:docMk/>
            <pc:sldMk cId="2526904378" sldId="327"/>
            <ac:picMk id="6" creationId="{1BE54209-E4D3-872B-D33B-09B516D43584}"/>
          </ac:picMkLst>
        </pc:picChg>
        <pc:picChg chg="del">
          <ac:chgData name="Huy Nguyễn Quang" userId="181c793dc4a71f74" providerId="LiveId" clId="{972A2E3D-74B0-4E18-AB1F-311738F73FD5}" dt="2026-01-30T04:12:33.989" v="8723" actId="478"/>
          <ac:picMkLst>
            <pc:docMk/>
            <pc:sldMk cId="2526904378" sldId="327"/>
            <ac:picMk id="7" creationId="{E580CD10-4814-CE3B-606B-9ADDF3EC71CD}"/>
          </ac:picMkLst>
        </pc:picChg>
        <pc:picChg chg="del">
          <ac:chgData name="Huy Nguyễn Quang" userId="181c793dc4a71f74" providerId="LiveId" clId="{972A2E3D-74B0-4E18-AB1F-311738F73FD5}" dt="2026-01-30T04:12:35.885" v="8724" actId="478"/>
          <ac:picMkLst>
            <pc:docMk/>
            <pc:sldMk cId="2526904378" sldId="327"/>
            <ac:picMk id="10" creationId="{DB15C835-D6F9-2F62-E998-A6184B5D5C34}"/>
          </ac:picMkLst>
        </pc:picChg>
      </pc:sldChg>
      <pc:sldMasterChg chg="delSldLayout">
        <pc:chgData name="Huy Nguyễn Quang" userId="181c793dc4a71f74" providerId="LiveId" clId="{972A2E3D-74B0-4E18-AB1F-311738F73FD5}" dt="2026-01-30T03:18:59.759" v="8227" actId="47"/>
        <pc:sldMasterMkLst>
          <pc:docMk/>
          <pc:sldMasterMk cId="2819895280" sldId="2147483658"/>
        </pc:sldMasterMkLst>
        <pc:sldLayoutChg chg="del">
          <pc:chgData name="Huy Nguyễn Quang" userId="181c793dc4a71f74" providerId="LiveId" clId="{972A2E3D-74B0-4E18-AB1F-311738F73FD5}" dt="2026-01-30T03:18:59.759" v="8227" actId="47"/>
          <pc:sldLayoutMkLst>
            <pc:docMk/>
            <pc:sldMasterMk cId="2819895280" sldId="2147483658"/>
            <pc:sldLayoutMk cId="81046094" sldId="2147483684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4BFD7B-DE2C-4D7D-9585-4DB5C7A18F3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8A640B-929E-4C18-AC29-FE10D1580192}">
      <dgm:prSet phldrT="[Text]"/>
      <dgm:spPr/>
      <dgm:t>
        <a:bodyPr/>
        <a:lstStyle/>
        <a:p>
          <a:r>
            <a:rPr lang="vi-VN" dirty="0"/>
            <a:t>Mô hình hóa</a:t>
          </a:r>
        </a:p>
      </dgm:t>
    </dgm:pt>
    <dgm:pt modelId="{F5574943-D384-4831-AF92-C1F987DBBA9E}" type="parTrans" cxnId="{DEDAC534-43C5-40BC-9E59-A97A09067D8A}">
      <dgm:prSet/>
      <dgm:spPr/>
      <dgm:t>
        <a:bodyPr/>
        <a:lstStyle/>
        <a:p>
          <a:endParaRPr lang="vi-VN"/>
        </a:p>
      </dgm:t>
    </dgm:pt>
    <dgm:pt modelId="{C27BCCEF-2F73-4BC6-A7EA-E99F98C44462}" type="sibTrans" cxnId="{DEDAC534-43C5-40BC-9E59-A97A09067D8A}">
      <dgm:prSet/>
      <dgm:spPr/>
      <dgm:t>
        <a:bodyPr/>
        <a:lstStyle/>
        <a:p>
          <a:endParaRPr lang="vi-VN"/>
        </a:p>
      </dgm:t>
    </dgm:pt>
    <dgm:pt modelId="{487348EA-DE3B-4644-B620-D4968AA4ED70}">
      <dgm:prSet phldrT="[Text]"/>
      <dgm:spPr/>
      <dgm:t>
        <a:bodyPr/>
        <a:lstStyle/>
        <a:p>
          <a:r>
            <a:rPr lang="vi-VN" dirty="0"/>
            <a:t>Thiết kế </a:t>
          </a:r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đạo</a:t>
          </a:r>
          <a:r>
            <a:rPr lang="en-US" dirty="0"/>
            <a:t> </a:t>
          </a:r>
          <a:r>
            <a:rPr lang="en-US" dirty="0" err="1"/>
            <a:t>chuyển</a:t>
          </a:r>
          <a:r>
            <a:rPr lang="en-US" dirty="0"/>
            <a:t> </a:t>
          </a:r>
          <a:r>
            <a:rPr lang="en-US" dirty="0" err="1"/>
            <a:t>động</a:t>
          </a:r>
          <a:endParaRPr lang="vi-VN" dirty="0"/>
        </a:p>
      </dgm:t>
    </dgm:pt>
    <dgm:pt modelId="{4E6CD580-D32A-4BDB-B55E-6BD503288C70}" type="parTrans" cxnId="{06319EBF-24D2-4375-98E9-E99F1FA5347D}">
      <dgm:prSet/>
      <dgm:spPr/>
      <dgm:t>
        <a:bodyPr/>
        <a:lstStyle/>
        <a:p>
          <a:endParaRPr lang="vi-VN"/>
        </a:p>
      </dgm:t>
    </dgm:pt>
    <dgm:pt modelId="{FA9A1545-AF47-4B4F-A2E0-E88C93D067ED}" type="sibTrans" cxnId="{06319EBF-24D2-4375-98E9-E99F1FA5347D}">
      <dgm:prSet/>
      <dgm:spPr/>
      <dgm:t>
        <a:bodyPr/>
        <a:lstStyle/>
        <a:p>
          <a:endParaRPr lang="vi-VN"/>
        </a:p>
      </dgm:t>
    </dgm:pt>
    <dgm:pt modelId="{6EFFC33C-7F22-4406-A1E9-BD841D65E79E}">
      <dgm:prSet phldrT="[Text]"/>
      <dgm:spPr/>
      <dgm:t>
        <a:bodyPr/>
        <a:lstStyle/>
        <a:p>
          <a:r>
            <a:rPr lang="vi-VN" dirty="0"/>
            <a:t>Thiết kế bộ điều khiển</a:t>
          </a:r>
        </a:p>
      </dgm:t>
    </dgm:pt>
    <dgm:pt modelId="{86B72D18-8CE1-4E82-8D8E-8B32A2C436E6}" type="parTrans" cxnId="{740B3649-7603-4D2F-85B8-ED0F336C2146}">
      <dgm:prSet/>
      <dgm:spPr/>
      <dgm:t>
        <a:bodyPr/>
        <a:lstStyle/>
        <a:p>
          <a:endParaRPr lang="vi-VN"/>
        </a:p>
      </dgm:t>
    </dgm:pt>
    <dgm:pt modelId="{5C46F1DB-C6B3-4044-8216-65807CEBDD41}" type="sibTrans" cxnId="{740B3649-7603-4D2F-85B8-ED0F336C2146}">
      <dgm:prSet/>
      <dgm:spPr/>
      <dgm:t>
        <a:bodyPr/>
        <a:lstStyle/>
        <a:p>
          <a:endParaRPr lang="vi-VN"/>
        </a:p>
      </dgm:t>
    </dgm:pt>
    <dgm:pt modelId="{411DA709-60B3-4420-B297-5AB1450E229A}">
      <dgm:prSet/>
      <dgm:spPr/>
      <dgm:t>
        <a:bodyPr/>
        <a:lstStyle/>
        <a:p>
          <a:r>
            <a:rPr lang="vi-VN" dirty="0"/>
            <a:t>Mô phỏng</a:t>
          </a:r>
        </a:p>
      </dgm:t>
    </dgm:pt>
    <dgm:pt modelId="{9A049149-8549-4BBD-B14A-BB1B90363271}" type="parTrans" cxnId="{35FC03FB-AB9D-47D1-B491-887AC6AFE4F7}">
      <dgm:prSet/>
      <dgm:spPr/>
      <dgm:t>
        <a:bodyPr/>
        <a:lstStyle/>
        <a:p>
          <a:endParaRPr lang="vi-VN"/>
        </a:p>
      </dgm:t>
    </dgm:pt>
    <dgm:pt modelId="{A4944A98-4ABB-4EAB-A075-0FF5E892558C}" type="sibTrans" cxnId="{35FC03FB-AB9D-47D1-B491-887AC6AFE4F7}">
      <dgm:prSet/>
      <dgm:spPr/>
      <dgm:t>
        <a:bodyPr/>
        <a:lstStyle/>
        <a:p>
          <a:endParaRPr lang="vi-VN"/>
        </a:p>
      </dgm:t>
    </dgm:pt>
    <dgm:pt modelId="{EBB96F56-6391-4E82-A94A-0A9306D1502E}" type="pres">
      <dgm:prSet presAssocID="{654BFD7B-DE2C-4D7D-9585-4DB5C7A18F31}" presName="Name0" presStyleCnt="0">
        <dgm:presLayoutVars>
          <dgm:dir/>
          <dgm:resizeHandles val="exact"/>
        </dgm:presLayoutVars>
      </dgm:prSet>
      <dgm:spPr/>
    </dgm:pt>
    <dgm:pt modelId="{BE78F064-3561-4547-92DE-545FE55403A7}" type="pres">
      <dgm:prSet presAssocID="{938A640B-929E-4C18-AC29-FE10D1580192}" presName="node" presStyleLbl="node1" presStyleIdx="0" presStyleCnt="4">
        <dgm:presLayoutVars>
          <dgm:bulletEnabled val="1"/>
        </dgm:presLayoutVars>
      </dgm:prSet>
      <dgm:spPr/>
    </dgm:pt>
    <dgm:pt modelId="{B04AC998-30BA-43E7-9E37-8CABBD9F8099}" type="pres">
      <dgm:prSet presAssocID="{C27BCCEF-2F73-4BC6-A7EA-E99F98C44462}" presName="sibTrans" presStyleLbl="sibTrans2D1" presStyleIdx="0" presStyleCnt="3"/>
      <dgm:spPr/>
    </dgm:pt>
    <dgm:pt modelId="{BC359591-3E51-4661-9D0C-42BC5ED21D32}" type="pres">
      <dgm:prSet presAssocID="{C27BCCEF-2F73-4BC6-A7EA-E99F98C44462}" presName="connectorText" presStyleLbl="sibTrans2D1" presStyleIdx="0" presStyleCnt="3"/>
      <dgm:spPr/>
    </dgm:pt>
    <dgm:pt modelId="{D93C7106-562E-41C6-B882-C59B6DD66C9B}" type="pres">
      <dgm:prSet presAssocID="{487348EA-DE3B-4644-B620-D4968AA4ED70}" presName="node" presStyleLbl="node1" presStyleIdx="1" presStyleCnt="4">
        <dgm:presLayoutVars>
          <dgm:bulletEnabled val="1"/>
        </dgm:presLayoutVars>
      </dgm:prSet>
      <dgm:spPr/>
    </dgm:pt>
    <dgm:pt modelId="{4178333E-E4BA-4C85-8792-A73AF171B043}" type="pres">
      <dgm:prSet presAssocID="{FA9A1545-AF47-4B4F-A2E0-E88C93D067ED}" presName="sibTrans" presStyleLbl="sibTrans2D1" presStyleIdx="1" presStyleCnt="3"/>
      <dgm:spPr/>
    </dgm:pt>
    <dgm:pt modelId="{BF203E4C-7CF0-4643-9328-FD943FD69608}" type="pres">
      <dgm:prSet presAssocID="{FA9A1545-AF47-4B4F-A2E0-E88C93D067ED}" presName="connectorText" presStyleLbl="sibTrans2D1" presStyleIdx="1" presStyleCnt="3"/>
      <dgm:spPr/>
    </dgm:pt>
    <dgm:pt modelId="{BD343E2B-D6EC-428C-B02E-54AD60746E40}" type="pres">
      <dgm:prSet presAssocID="{6EFFC33C-7F22-4406-A1E9-BD841D65E79E}" presName="node" presStyleLbl="node1" presStyleIdx="2" presStyleCnt="4">
        <dgm:presLayoutVars>
          <dgm:bulletEnabled val="1"/>
        </dgm:presLayoutVars>
      </dgm:prSet>
      <dgm:spPr/>
    </dgm:pt>
    <dgm:pt modelId="{19C5FC2A-BD80-47AC-BCA2-98CAEA13F9A4}" type="pres">
      <dgm:prSet presAssocID="{5C46F1DB-C6B3-4044-8216-65807CEBDD41}" presName="sibTrans" presStyleLbl="sibTrans2D1" presStyleIdx="2" presStyleCnt="3"/>
      <dgm:spPr/>
    </dgm:pt>
    <dgm:pt modelId="{E6963096-0FD0-4DF1-8487-CAB27E477AC8}" type="pres">
      <dgm:prSet presAssocID="{5C46F1DB-C6B3-4044-8216-65807CEBDD41}" presName="connectorText" presStyleLbl="sibTrans2D1" presStyleIdx="2" presStyleCnt="3"/>
      <dgm:spPr/>
    </dgm:pt>
    <dgm:pt modelId="{D3C86F6D-E66A-4E8B-B568-D9A10C247116}" type="pres">
      <dgm:prSet presAssocID="{411DA709-60B3-4420-B297-5AB1450E229A}" presName="node" presStyleLbl="node1" presStyleIdx="3" presStyleCnt="4">
        <dgm:presLayoutVars>
          <dgm:bulletEnabled val="1"/>
        </dgm:presLayoutVars>
      </dgm:prSet>
      <dgm:spPr/>
    </dgm:pt>
  </dgm:ptLst>
  <dgm:cxnLst>
    <dgm:cxn modelId="{C4BD1117-7C69-4F66-9068-A658711BCF05}" type="presOf" srcId="{C27BCCEF-2F73-4BC6-A7EA-E99F98C44462}" destId="{BC359591-3E51-4661-9D0C-42BC5ED21D32}" srcOrd="1" destOrd="0" presId="urn:microsoft.com/office/officeart/2005/8/layout/process1"/>
    <dgm:cxn modelId="{7C29CB26-71E8-4649-8603-8BDAB7BECC32}" type="presOf" srcId="{411DA709-60B3-4420-B297-5AB1450E229A}" destId="{D3C86F6D-E66A-4E8B-B568-D9A10C247116}" srcOrd="0" destOrd="0" presId="urn:microsoft.com/office/officeart/2005/8/layout/process1"/>
    <dgm:cxn modelId="{DEDAC534-43C5-40BC-9E59-A97A09067D8A}" srcId="{654BFD7B-DE2C-4D7D-9585-4DB5C7A18F31}" destId="{938A640B-929E-4C18-AC29-FE10D1580192}" srcOrd="0" destOrd="0" parTransId="{F5574943-D384-4831-AF92-C1F987DBBA9E}" sibTransId="{C27BCCEF-2F73-4BC6-A7EA-E99F98C44462}"/>
    <dgm:cxn modelId="{5392533B-3B05-4DFA-A718-6BBEB7D576E9}" type="presOf" srcId="{FA9A1545-AF47-4B4F-A2E0-E88C93D067ED}" destId="{4178333E-E4BA-4C85-8792-A73AF171B043}" srcOrd="0" destOrd="0" presId="urn:microsoft.com/office/officeart/2005/8/layout/process1"/>
    <dgm:cxn modelId="{AE2DC65D-7DDE-455B-BE70-E6A3446A5C12}" type="presOf" srcId="{938A640B-929E-4C18-AC29-FE10D1580192}" destId="{BE78F064-3561-4547-92DE-545FE55403A7}" srcOrd="0" destOrd="0" presId="urn:microsoft.com/office/officeart/2005/8/layout/process1"/>
    <dgm:cxn modelId="{4A79E448-4ACD-4968-8EA5-4B32838F9CBA}" type="presOf" srcId="{654BFD7B-DE2C-4D7D-9585-4DB5C7A18F31}" destId="{EBB96F56-6391-4E82-A94A-0A9306D1502E}" srcOrd="0" destOrd="0" presId="urn:microsoft.com/office/officeart/2005/8/layout/process1"/>
    <dgm:cxn modelId="{740B3649-7603-4D2F-85B8-ED0F336C2146}" srcId="{654BFD7B-DE2C-4D7D-9585-4DB5C7A18F31}" destId="{6EFFC33C-7F22-4406-A1E9-BD841D65E79E}" srcOrd="2" destOrd="0" parTransId="{86B72D18-8CE1-4E82-8D8E-8B32A2C436E6}" sibTransId="{5C46F1DB-C6B3-4044-8216-65807CEBDD41}"/>
    <dgm:cxn modelId="{87B0BA6E-2CAE-4D08-B926-336F9E14BCE3}" type="presOf" srcId="{C27BCCEF-2F73-4BC6-A7EA-E99F98C44462}" destId="{B04AC998-30BA-43E7-9E37-8CABBD9F8099}" srcOrd="0" destOrd="0" presId="urn:microsoft.com/office/officeart/2005/8/layout/process1"/>
    <dgm:cxn modelId="{E8A1D38B-419C-4880-84CA-9586A8A74C68}" type="presOf" srcId="{FA9A1545-AF47-4B4F-A2E0-E88C93D067ED}" destId="{BF203E4C-7CF0-4643-9328-FD943FD69608}" srcOrd="1" destOrd="0" presId="urn:microsoft.com/office/officeart/2005/8/layout/process1"/>
    <dgm:cxn modelId="{8A4E039E-ED00-43B4-A478-F41625B157EF}" type="presOf" srcId="{5C46F1DB-C6B3-4044-8216-65807CEBDD41}" destId="{19C5FC2A-BD80-47AC-BCA2-98CAEA13F9A4}" srcOrd="0" destOrd="0" presId="urn:microsoft.com/office/officeart/2005/8/layout/process1"/>
    <dgm:cxn modelId="{525352A6-B824-4A65-9952-9D42DC9A8D7C}" type="presOf" srcId="{487348EA-DE3B-4644-B620-D4968AA4ED70}" destId="{D93C7106-562E-41C6-B882-C59B6DD66C9B}" srcOrd="0" destOrd="0" presId="urn:microsoft.com/office/officeart/2005/8/layout/process1"/>
    <dgm:cxn modelId="{06319EBF-24D2-4375-98E9-E99F1FA5347D}" srcId="{654BFD7B-DE2C-4D7D-9585-4DB5C7A18F31}" destId="{487348EA-DE3B-4644-B620-D4968AA4ED70}" srcOrd="1" destOrd="0" parTransId="{4E6CD580-D32A-4BDB-B55E-6BD503288C70}" sibTransId="{FA9A1545-AF47-4B4F-A2E0-E88C93D067ED}"/>
    <dgm:cxn modelId="{77CA31CA-8D5C-4A07-9588-8FD83557542D}" type="presOf" srcId="{6EFFC33C-7F22-4406-A1E9-BD841D65E79E}" destId="{BD343E2B-D6EC-428C-B02E-54AD60746E40}" srcOrd="0" destOrd="0" presId="urn:microsoft.com/office/officeart/2005/8/layout/process1"/>
    <dgm:cxn modelId="{127501F4-F580-453A-B6B4-678B0574EE33}" type="presOf" srcId="{5C46F1DB-C6B3-4044-8216-65807CEBDD41}" destId="{E6963096-0FD0-4DF1-8487-CAB27E477AC8}" srcOrd="1" destOrd="0" presId="urn:microsoft.com/office/officeart/2005/8/layout/process1"/>
    <dgm:cxn modelId="{35FC03FB-AB9D-47D1-B491-887AC6AFE4F7}" srcId="{654BFD7B-DE2C-4D7D-9585-4DB5C7A18F31}" destId="{411DA709-60B3-4420-B297-5AB1450E229A}" srcOrd="3" destOrd="0" parTransId="{9A049149-8549-4BBD-B14A-BB1B90363271}" sibTransId="{A4944A98-4ABB-4EAB-A075-0FF5E892558C}"/>
    <dgm:cxn modelId="{1F21D6A0-FF68-4FF5-A910-34F26F80B587}" type="presParOf" srcId="{EBB96F56-6391-4E82-A94A-0A9306D1502E}" destId="{BE78F064-3561-4547-92DE-545FE55403A7}" srcOrd="0" destOrd="0" presId="urn:microsoft.com/office/officeart/2005/8/layout/process1"/>
    <dgm:cxn modelId="{5A165B56-19D8-441A-8B99-51BD94994B58}" type="presParOf" srcId="{EBB96F56-6391-4E82-A94A-0A9306D1502E}" destId="{B04AC998-30BA-43E7-9E37-8CABBD9F8099}" srcOrd="1" destOrd="0" presId="urn:microsoft.com/office/officeart/2005/8/layout/process1"/>
    <dgm:cxn modelId="{17EB687F-26B0-4CBA-823D-89DB86740F28}" type="presParOf" srcId="{B04AC998-30BA-43E7-9E37-8CABBD9F8099}" destId="{BC359591-3E51-4661-9D0C-42BC5ED21D32}" srcOrd="0" destOrd="0" presId="urn:microsoft.com/office/officeart/2005/8/layout/process1"/>
    <dgm:cxn modelId="{F587832A-E08A-46B1-A44C-49C716825A5F}" type="presParOf" srcId="{EBB96F56-6391-4E82-A94A-0A9306D1502E}" destId="{D93C7106-562E-41C6-B882-C59B6DD66C9B}" srcOrd="2" destOrd="0" presId="urn:microsoft.com/office/officeart/2005/8/layout/process1"/>
    <dgm:cxn modelId="{D5F19009-4C01-486C-BE26-6BED78BE3465}" type="presParOf" srcId="{EBB96F56-6391-4E82-A94A-0A9306D1502E}" destId="{4178333E-E4BA-4C85-8792-A73AF171B043}" srcOrd="3" destOrd="0" presId="urn:microsoft.com/office/officeart/2005/8/layout/process1"/>
    <dgm:cxn modelId="{51FEBBDC-CF5C-4F5A-9836-980A904CA95A}" type="presParOf" srcId="{4178333E-E4BA-4C85-8792-A73AF171B043}" destId="{BF203E4C-7CF0-4643-9328-FD943FD69608}" srcOrd="0" destOrd="0" presId="urn:microsoft.com/office/officeart/2005/8/layout/process1"/>
    <dgm:cxn modelId="{F4B80DA0-E4CB-423C-BB30-13411BFC0285}" type="presParOf" srcId="{EBB96F56-6391-4E82-A94A-0A9306D1502E}" destId="{BD343E2B-D6EC-428C-B02E-54AD60746E40}" srcOrd="4" destOrd="0" presId="urn:microsoft.com/office/officeart/2005/8/layout/process1"/>
    <dgm:cxn modelId="{57DDA593-5C6E-4DC8-A96E-DB1251285945}" type="presParOf" srcId="{EBB96F56-6391-4E82-A94A-0A9306D1502E}" destId="{19C5FC2A-BD80-47AC-BCA2-98CAEA13F9A4}" srcOrd="5" destOrd="0" presId="urn:microsoft.com/office/officeart/2005/8/layout/process1"/>
    <dgm:cxn modelId="{4893E643-4216-4BD3-8DF9-DBCC7779175C}" type="presParOf" srcId="{19C5FC2A-BD80-47AC-BCA2-98CAEA13F9A4}" destId="{E6963096-0FD0-4DF1-8487-CAB27E477AC8}" srcOrd="0" destOrd="0" presId="urn:microsoft.com/office/officeart/2005/8/layout/process1"/>
    <dgm:cxn modelId="{0D920F91-731E-409C-86AA-35B1FDB39BE2}" type="presParOf" srcId="{EBB96F56-6391-4E82-A94A-0A9306D1502E}" destId="{D3C86F6D-E66A-4E8B-B568-D9A10C2471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8F064-3561-4547-92DE-545FE55403A7}">
      <dsp:nvSpPr>
        <dsp:cNvPr id="0" name=""/>
        <dsp:cNvSpPr/>
      </dsp:nvSpPr>
      <dsp:spPr>
        <a:xfrm>
          <a:off x="3781" y="1135406"/>
          <a:ext cx="1653350" cy="9920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800" kern="1200" dirty="0"/>
            <a:t>Mô hình hóa</a:t>
          </a:r>
        </a:p>
      </dsp:txBody>
      <dsp:txXfrm>
        <a:off x="32836" y="1164461"/>
        <a:ext cx="1595240" cy="933900"/>
      </dsp:txXfrm>
    </dsp:sp>
    <dsp:sp modelId="{B04AC998-30BA-43E7-9E37-8CABBD9F8099}">
      <dsp:nvSpPr>
        <dsp:cNvPr id="0" name=""/>
        <dsp:cNvSpPr/>
      </dsp:nvSpPr>
      <dsp:spPr>
        <a:xfrm>
          <a:off x="1822466" y="1426396"/>
          <a:ext cx="350510" cy="410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1400" kern="1200"/>
        </a:p>
      </dsp:txBody>
      <dsp:txXfrm>
        <a:off x="1822466" y="1508402"/>
        <a:ext cx="245357" cy="246018"/>
      </dsp:txXfrm>
    </dsp:sp>
    <dsp:sp modelId="{D93C7106-562E-41C6-B882-C59B6DD66C9B}">
      <dsp:nvSpPr>
        <dsp:cNvPr id="0" name=""/>
        <dsp:cNvSpPr/>
      </dsp:nvSpPr>
      <dsp:spPr>
        <a:xfrm>
          <a:off x="2318472" y="1135406"/>
          <a:ext cx="1653350" cy="9920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800" kern="1200" dirty="0"/>
            <a:t>Thiết kế </a:t>
          </a:r>
          <a:r>
            <a:rPr lang="en-US" sz="1800" kern="1200" dirty="0" err="1"/>
            <a:t>quỹ</a:t>
          </a:r>
          <a:r>
            <a:rPr lang="en-US" sz="1800" kern="1200" dirty="0"/>
            <a:t> </a:t>
          </a:r>
          <a:r>
            <a:rPr lang="en-US" sz="1800" kern="1200" dirty="0" err="1"/>
            <a:t>đạo</a:t>
          </a:r>
          <a:r>
            <a:rPr lang="en-US" sz="1800" kern="1200" dirty="0"/>
            <a:t> </a:t>
          </a:r>
          <a:r>
            <a:rPr lang="en-US" sz="1800" kern="1200" dirty="0" err="1"/>
            <a:t>chuyển</a:t>
          </a:r>
          <a:r>
            <a:rPr lang="en-US" sz="1800" kern="1200" dirty="0"/>
            <a:t> </a:t>
          </a:r>
          <a:r>
            <a:rPr lang="en-US" sz="1800" kern="1200" dirty="0" err="1"/>
            <a:t>động</a:t>
          </a:r>
          <a:endParaRPr lang="vi-VN" sz="1800" kern="1200" dirty="0"/>
        </a:p>
      </dsp:txBody>
      <dsp:txXfrm>
        <a:off x="2347527" y="1164461"/>
        <a:ext cx="1595240" cy="933900"/>
      </dsp:txXfrm>
    </dsp:sp>
    <dsp:sp modelId="{4178333E-E4BA-4C85-8792-A73AF171B043}">
      <dsp:nvSpPr>
        <dsp:cNvPr id="0" name=""/>
        <dsp:cNvSpPr/>
      </dsp:nvSpPr>
      <dsp:spPr>
        <a:xfrm>
          <a:off x="4137157" y="1426396"/>
          <a:ext cx="350510" cy="410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1400" kern="1200"/>
        </a:p>
      </dsp:txBody>
      <dsp:txXfrm>
        <a:off x="4137157" y="1508402"/>
        <a:ext cx="245357" cy="246018"/>
      </dsp:txXfrm>
    </dsp:sp>
    <dsp:sp modelId="{BD343E2B-D6EC-428C-B02E-54AD60746E40}">
      <dsp:nvSpPr>
        <dsp:cNvPr id="0" name=""/>
        <dsp:cNvSpPr/>
      </dsp:nvSpPr>
      <dsp:spPr>
        <a:xfrm>
          <a:off x="4633162" y="1135406"/>
          <a:ext cx="1653350" cy="9920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800" kern="1200" dirty="0"/>
            <a:t>Thiết kế bộ điều khiển</a:t>
          </a:r>
        </a:p>
      </dsp:txBody>
      <dsp:txXfrm>
        <a:off x="4662217" y="1164461"/>
        <a:ext cx="1595240" cy="933900"/>
      </dsp:txXfrm>
    </dsp:sp>
    <dsp:sp modelId="{19C5FC2A-BD80-47AC-BCA2-98CAEA13F9A4}">
      <dsp:nvSpPr>
        <dsp:cNvPr id="0" name=""/>
        <dsp:cNvSpPr/>
      </dsp:nvSpPr>
      <dsp:spPr>
        <a:xfrm>
          <a:off x="6451848" y="1426396"/>
          <a:ext cx="350510" cy="410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1400" kern="1200"/>
        </a:p>
      </dsp:txBody>
      <dsp:txXfrm>
        <a:off x="6451848" y="1508402"/>
        <a:ext cx="245357" cy="246018"/>
      </dsp:txXfrm>
    </dsp:sp>
    <dsp:sp modelId="{D3C86F6D-E66A-4E8B-B568-D9A10C247116}">
      <dsp:nvSpPr>
        <dsp:cNvPr id="0" name=""/>
        <dsp:cNvSpPr/>
      </dsp:nvSpPr>
      <dsp:spPr>
        <a:xfrm>
          <a:off x="6947853" y="1135406"/>
          <a:ext cx="1653350" cy="9920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800" kern="1200" dirty="0"/>
            <a:t>Mô phỏng</a:t>
          </a:r>
        </a:p>
      </dsp:txBody>
      <dsp:txXfrm>
        <a:off x="6976908" y="1164461"/>
        <a:ext cx="1595240" cy="933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2T02:55:00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105 196 24575,'-5'0'0,"0"0"0,0 0 0,0-1 0,0 1 0,0-1 0,0 0 0,0-1 0,0 1 0,0-1 0,1 0 0,-8-4 0,9 3 0,0 1 0,0-1 0,0 1 0,1-1 0,-1 0 0,1 0 0,0 0 0,0 0 0,0-1 0,0 1 0,1 0 0,-1-1 0,1 1 0,0-1 0,0 0 0,-1-5 0,1 3 0,0 0 0,0-1 0,1 1 0,0-1 0,0 1 0,1 0 0,-1-1 0,1 1 0,1 0 0,2-10 0,-3 13 0,0 1 0,0 0 0,0-1 0,1 1 0,-1 0 0,0 0 0,1-1 0,0 1 0,-1 0 0,1 0 0,0 1 0,0-1 0,0 0 0,0 1 0,1-1 0,-1 1 0,0 0 0,1 0 0,-1-1 0,0 2 0,1-1 0,-1 0 0,1 0 0,0 1 0,-1-1 0,1 1 0,-1 0 0,5 0 0,-6 0 0,0 0 0,1 0 0,-1 1 0,0-1 0,1 0 0,-1 1 0,0-1 0,0 1 0,1-1 0,-1 1 0,0 0 0,0-1 0,0 1 0,0 0 0,0 0 0,0 0 0,0 0 0,0 0 0,0 0 0,0 0 0,1 2 0,0 0 0,-1 1 0,1 0 0,-1-1 0,1 1 0,-1 0 0,0 0 0,0 5 0,1 6 0,-2 1 0,-1 26 0,0-39 0,-3 31 0,4-32 0,0 0 0,0-1 0,-1 1 0,1 0 0,-1 0 0,0-1 0,1 1 0,-1 0 0,0-1 0,0 1 0,0 0 0,0-1 0,0 0 0,-3 3 0,4-4 0,0 0 0,-1 0 0,1-1 0,-1 1 0,1 0 0,-1 0 0,1-1 0,-1 1 0,1 0 0,0-1 0,-1 1 0,1 0 0,0-1 0,-1 1 0,1-1 0,0 1 0,-1-1 0,1 1 0,0 0 0,0-1 0,0 1 0,-1-1 0,1 1 0,0-1 0,0 1 0,0-1 0,0 1 0,0-1 0,0 1 0,0-1 0,0 1 0,0-2 0,-3-19 0,3-20 0,0 16 0,0 22 0,-1 10 0,1-6 0,0 0 0,-1 0 0,1 0 0,0 0 0,0 1 0,0-1 0,-1 0 0,1 0 0,0 0 0,-1 0 0,1 0 0,-1 0 0,1 0 0,-1 0 0,0-1 0,1 1 0,-1 0 0,0 0 0,0 0 0,-1 1 0,1-2 0,1-1 0,-1 1 0,0 0 0,1-1 0,-1 1 0,0-1 0,1 1 0,-1-1 0,1 1 0,-1-1 0,0 1 0,1-1 0,0 1 0,-1-1 0,1 0 0,-1 1 0,1-1 0,0 0 0,-1 1 0,1-1 0,0 0 0,0 1 0,0-1 0,-1 0 0,1 0 0,0 1 0,0-1 0,0 0 0,0 0 0,0 1 0,1-3 0,-3-17-1365,0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2T02:55:05.98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27 231 24575,'-2'-4'0,"-1"1"0,1 0 0,0-1 0,0 1 0,0-1 0,0 0 0,1 1 0,-1-1 0,1 0 0,0 0 0,-1-8 0,-2-49 0,4 47 0,0 7 0,0 0 0,1 0 0,0-1 0,0 1 0,0 0 0,1 0 0,5-13 0,-6 18 0,0 0 0,0 0 0,0 0 0,0 0 0,0 0 0,0 1 0,0-1 0,1 0 0,-1 1 0,1-1 0,-1 1 0,1-1 0,0 1 0,0 0 0,-1 0 0,1-1 0,0 1 0,0 1 0,0-1 0,0 0 0,0 0 0,0 1 0,0-1 0,0 1 0,1 0 0,-1-1 0,0 1 0,0 0 0,0 0 0,4 1 0,-4 0 0,0 0 0,0 0 0,0 0 0,0 0 0,0 0 0,0 0 0,0 0 0,-1 1 0,1-1 0,-1 0 0,1 1 0,-1 0 0,1-1 0,-1 1 0,0 0 0,0 0 0,0 0 0,0 0 0,0 0 0,0 0 0,0 0 0,-1 0 0,1 0 0,-1 0 0,1 0 0,-1 3 0,2 8 0,-1 1 0,-1 26 0,0-31 0,0 18-1365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2T02:55:13.38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262 442 24575,'-1'0'0,"1"1"0,-1-1 0,1 0 0,0 0 0,-1 1 0,1-1 0,-1 0 0,1 0 0,-1 0 0,1 0 0,-1 1 0,1-1 0,0 0 0,-1 0 0,1 0 0,-1 0 0,1 0 0,-1 0 0,1 0 0,-1 0 0,1 0 0,-1-1 0,1 1 0,-1 0 0,1 0 0,0 0 0,-1-1 0,1 1 0,-1 0 0,1 0 0,0-1 0,-1 1 0,1 0 0,-1-1 0,1 1 0,0 0 0,0-1 0,-1 1 0,1 0 0,0-1 0,0 1 0,-1-1 0,-14-26 0,7 13 0,-4-2 0,-2 0 0,-25-24 0,27 30 0,1 0 0,1-1 0,0 0 0,0-1 0,1 0 0,1-1 0,-8-15 0,3 2-227,1-1-1,2 0 1,0 0-1,2-1 1,-8-55-1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2T02:55:17.1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25 24575,'1'-2'0,"-1"1"0,1 0 0,0 0 0,-1-1 0,1 1 0,0 0 0,0 0 0,0 0 0,0 0 0,0 0 0,0 0 0,0 0 0,0 0 0,0 1 0,0-1 0,0 0 0,1 1 0,-1-1 0,0 0 0,1 1 0,-1 0 0,0-1 0,1 1 0,-1 0 0,0 0 0,1-1 0,1 1 0,39-3 0,-40 3 0,1 0 0,-1 0 0,1 1 0,-1-1 0,1 1 0,-1-1 0,0 1 0,1 0 0,-1 0 0,0 0 0,0 0 0,0 0 0,1 0 0,-1 1 0,0-1 0,-1 1 0,1-1 0,0 1 0,0 0 0,-1 0 0,1 0 0,-1 0 0,1 0 0,-1 0 0,0 0 0,0 0 0,0 0 0,0 1 0,0-1 0,-1 0 0,1 1 0,-1-1 0,1 0 0,-1 1 0,0-1 0,0 1 0,0 3 0,-1 0 0,1 0 0,-1 1 0,0-1 0,0 0 0,-1-1 0,1 1 0,-2 0 0,1 0 0,0-1 0,-1 1 0,0-1 0,0 0 0,-1 0 0,-5 7 0,-47 40-1365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Quỹ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xúc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r>
              <a:rPr lang="en-US" dirty="0"/>
              <a:t>Flat outputs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ta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quỹ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,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, </a:t>
            </a:r>
          </a:p>
          <a:p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vi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phẳng</a:t>
            </a:r>
            <a:r>
              <a:rPr lang="en-US" dirty="0"/>
              <a:t>, ta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sang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quỹ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flat outputs</a:t>
            </a:r>
          </a:p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flat outputs. </a:t>
            </a:r>
          </a:p>
          <a:p>
            <a:r>
              <a:rPr lang="vi-VN" dirty="0"/>
              <a:t>nếu muốn điều khiển mượt và khả thi khi gắp , thì phải tối ưu trực tiếp snap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502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D939-439E-A1E7-33B5-1884A0F7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D8FEE-8D6C-46CE-9CD9-00AC8C553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79EF3-57CD-D069-96C6-C0475B15F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Hàm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4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phẳng</a:t>
            </a:r>
            <a:r>
              <a:rPr lang="en-US" dirty="0"/>
              <a:t> , </a:t>
            </a:r>
            <a:r>
              <a:rPr lang="en-US" dirty="0" err="1"/>
              <a:t>vì</a:t>
            </a:r>
            <a:r>
              <a:rPr lang="en-US" dirty="0"/>
              <a:t> moment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QP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69D57-0444-D599-ADF3-3A7E1301E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3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5" r:id="rId4"/>
    <p:sldLayoutId id="2147483683" r:id="rId5"/>
    <p:sldLayoutId id="2147483679" r:id="rId6"/>
    <p:sldLayoutId id="2147483680" r:id="rId7"/>
    <p:sldLayoutId id="2147483681" r:id="rId8"/>
    <p:sldLayoutId id="2147483682" r:id="rId9"/>
    <p:sldLayoutId id="214748367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2.jpg"/><Relationship Id="rId7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1" Type="http://schemas.openxmlformats.org/officeDocument/2006/relationships/image" Target="../media/image46.png"/><Relationship Id="rId5" Type="http://schemas.openxmlformats.org/officeDocument/2006/relationships/image" Target="../media/image4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1923529"/>
            <a:ext cx="7851094" cy="1644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4000" i="0" dirty="0">
                <a:effectLst/>
                <a:highlight>
                  <a:srgbClr val="FAFAFA"/>
                </a:highlight>
                <a:latin typeface="svn-poppins"/>
              </a:rPr>
              <a:t>Mô</a:t>
            </a:r>
            <a:r>
              <a:rPr lang="en-US" sz="4000" i="0" dirty="0">
                <a:effectLst/>
                <a:highlight>
                  <a:srgbClr val="FAFAFA"/>
                </a:highlight>
                <a:latin typeface="svn-poppins"/>
              </a:rPr>
              <a:t> </a:t>
            </a:r>
            <a:r>
              <a:rPr lang="vi-VN" sz="4000" i="0" dirty="0">
                <a:effectLst/>
                <a:highlight>
                  <a:srgbClr val="FAFAFA"/>
                </a:highlight>
                <a:latin typeface="svn-poppins"/>
              </a:rPr>
              <a:t>hình hóa và lập kế hoạch quỹ đạo cho quadrotor</a:t>
            </a:r>
            <a:r>
              <a:rPr lang="en-US" sz="4000" i="0" dirty="0">
                <a:effectLst/>
                <a:highlight>
                  <a:srgbClr val="FAFAFA"/>
                </a:highlight>
                <a:latin typeface="svn-poppins"/>
              </a:rPr>
              <a:t> </a:t>
            </a:r>
            <a:r>
              <a:rPr lang="vi-VN" sz="4000" i="0" dirty="0">
                <a:effectLst/>
                <a:highlight>
                  <a:srgbClr val="FAFAFA"/>
                </a:highlight>
                <a:latin typeface="svn-poppins"/>
              </a:rPr>
              <a:t>tích hợp cơ cấu gắp trong mô phỏng 2D</a:t>
            </a:r>
            <a:endParaRPr lang="en-US" sz="4000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356572"/>
            <a:ext cx="7528353" cy="18161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 dirty="0"/>
          </a:p>
          <a:p>
            <a:r>
              <a:rPr lang="en-US" sz="2800" b="0" dirty="0"/>
              <a:t>Sinh </a:t>
            </a:r>
            <a:r>
              <a:rPr lang="vi-VN" sz="2800" b="0" dirty="0"/>
              <a:t>viên : Nguyễn </a:t>
            </a:r>
            <a:r>
              <a:rPr lang="en-US" sz="2800" b="0" dirty="0"/>
              <a:t>Quang Huy - 20210438</a:t>
            </a:r>
          </a:p>
          <a:p>
            <a:r>
              <a:rPr lang="vi-VN" sz="2800" b="0" dirty="0"/>
              <a:t>GVHD: </a:t>
            </a:r>
            <a:r>
              <a:rPr lang="en-US" sz="2800" b="0" dirty="0"/>
              <a:t> </a:t>
            </a:r>
            <a:r>
              <a:rPr lang="vi-VN" sz="2800" b="0" dirty="0"/>
              <a:t>TS. </a:t>
            </a:r>
            <a:r>
              <a:rPr lang="en-US" sz="2800" b="0" dirty="0"/>
              <a:t>Trương Quốc </a:t>
            </a:r>
            <a:r>
              <a:rPr lang="en-US" sz="2800" b="0" dirty="0" err="1"/>
              <a:t>Chiến</a:t>
            </a:r>
            <a:endParaRPr lang="en-US" sz="2800" b="0" dirty="0"/>
          </a:p>
          <a:p>
            <a:endParaRPr lang="en-US" sz="2800" b="0" dirty="0"/>
          </a:p>
          <a:p>
            <a:r>
              <a:rPr lang="en-US" sz="2000" b="0" dirty="0"/>
              <a:t>Ý </a:t>
            </a:r>
            <a:r>
              <a:rPr lang="en-US" sz="2000" b="0" dirty="0" err="1"/>
              <a:t>tưởng</a:t>
            </a:r>
            <a:r>
              <a:rPr lang="en-US" sz="2000" b="0" dirty="0"/>
              <a:t> : Avian-inspired Grasping for Quadrotor Micro </a:t>
            </a:r>
            <a:r>
              <a:rPr lang="en-US" sz="2000" b="0" dirty="0" err="1"/>
              <a:t>Uavs</a:t>
            </a:r>
            <a:endParaRPr lang="en-US" sz="20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1864421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4000" i="0" dirty="0">
                <a:effectLst/>
                <a:highlight>
                  <a:srgbClr val="FAFAFA"/>
                </a:highlight>
                <a:latin typeface="svn-poppins"/>
              </a:rPr>
              <a:t>OUTLINE</a:t>
            </a:r>
            <a:endParaRPr lang="en-US" sz="4000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2842593"/>
            <a:ext cx="7647623" cy="24549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2800" b="0" dirty="0"/>
              <a:t>1. Đặt vấn đề</a:t>
            </a:r>
          </a:p>
          <a:p>
            <a:r>
              <a:rPr lang="vi-VN" sz="2800" b="0" dirty="0"/>
              <a:t>2. Phương pháp nghiên cứu</a:t>
            </a:r>
          </a:p>
          <a:p>
            <a:r>
              <a:rPr lang="vi-VN" sz="2800" b="0" dirty="0"/>
              <a:t>3. Mô phỏng và kết quả</a:t>
            </a:r>
          </a:p>
          <a:p>
            <a:r>
              <a:rPr lang="vi-VN" sz="2800" b="0" dirty="0"/>
              <a:t>4. Kết luận và hướng phát triển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371089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39002-B913-4D8C-BB82-64778EE8ECF0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Đặt vấn đề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3D44495-77DC-F953-408F-2CA2504C84AC}"/>
              </a:ext>
            </a:extLst>
          </p:cNvPr>
          <p:cNvSpPr txBox="1">
            <a:spLocks/>
          </p:cNvSpPr>
          <p:nvPr/>
        </p:nvSpPr>
        <p:spPr>
          <a:xfrm>
            <a:off x="250937" y="3572217"/>
            <a:ext cx="8674100" cy="1016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vi-VN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4F5FDA-9D16-2ADE-F8F4-DD515A6BB6A3}"/>
              </a:ext>
            </a:extLst>
          </p:cNvPr>
          <p:cNvSpPr txBox="1"/>
          <p:nvPr/>
        </p:nvSpPr>
        <p:spPr>
          <a:xfrm>
            <a:off x="3582562" y="3339270"/>
            <a:ext cx="1978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Mô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hình</a:t>
            </a:r>
            <a:r>
              <a:rPr lang="en-US" dirty="0">
                <a:highlight>
                  <a:srgbClr val="FFFF00"/>
                </a:highlight>
              </a:rPr>
              <a:t> quadrotor</a:t>
            </a:r>
            <a:endParaRPr lang="vi-VN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7B43B0-63E4-ABD1-C29A-7EC8A9E130B9}"/>
              </a:ext>
            </a:extLst>
          </p:cNvPr>
          <p:cNvSpPr txBox="1"/>
          <p:nvPr/>
        </p:nvSpPr>
        <p:spPr>
          <a:xfrm>
            <a:off x="327992" y="3708602"/>
            <a:ext cx="85650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Hệ thống 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quadrotor 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bộ phận chính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là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Khung, motor,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bộ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điều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khiển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vi-VN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vi-VN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Chức năng cơ bản:</a:t>
            </a:r>
            <a:endParaRPr lang="en-US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Quan sát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vận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chuyển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Quay phim, chụp ảnh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giám sát khu vực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vận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chuyển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đồ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đạc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đến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khu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vực</a:t>
            </a:r>
            <a:endParaRPr lang="en-US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Tìm kiếm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cứu nạn: Tiếp cận nhanh khu vực nguy hiểm, thiên tai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cung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cấp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nhu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yếu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phẩm</a:t>
            </a:r>
            <a:endParaRPr lang="en-US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Nông nghiệp : Phun thuốc, giám sát cây trồng, đánh giá sinh trưởng.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86F3C1-9B35-FCC5-8E94-513C43AA2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2" b="16638"/>
          <a:stretch>
            <a:fillRect/>
          </a:stretch>
        </p:blipFill>
        <p:spPr>
          <a:xfrm>
            <a:off x="534838" y="1002961"/>
            <a:ext cx="3716037" cy="22198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8A5AA1-A7DA-7871-87AE-FC3777A4E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0" t="29906" r="11811" b="29703"/>
          <a:stretch>
            <a:fillRect/>
          </a:stretch>
        </p:blipFill>
        <p:spPr>
          <a:xfrm>
            <a:off x="4893126" y="1085552"/>
            <a:ext cx="3510952" cy="19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0898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Đặt vấn đề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3D44495-77DC-F953-408F-2CA2504C84AC}"/>
              </a:ext>
            </a:extLst>
          </p:cNvPr>
          <p:cNvSpPr txBox="1">
            <a:spLocks/>
          </p:cNvSpPr>
          <p:nvPr/>
        </p:nvSpPr>
        <p:spPr>
          <a:xfrm>
            <a:off x="234950" y="963168"/>
            <a:ext cx="8674100" cy="4517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 err="1">
                <a:solidFill>
                  <a:srgbClr val="FF0000"/>
                </a:solidFill>
              </a:rPr>
              <a:t>Hệ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thống</a:t>
            </a:r>
            <a:r>
              <a:rPr lang="en-US" sz="2000" b="1" dirty="0">
                <a:solidFill>
                  <a:srgbClr val="FF0000"/>
                </a:solidFill>
              </a:rPr>
              <a:t> quadrotor </a:t>
            </a:r>
            <a:r>
              <a:rPr lang="en-US" sz="2000" b="1" dirty="0" err="1">
                <a:solidFill>
                  <a:srgbClr val="FF0000"/>
                </a:solidFill>
              </a:rPr>
              <a:t>và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tay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gắp</a:t>
            </a:r>
            <a:endParaRPr lang="vi-VN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A1B8E-03DC-4F7D-FBD5-B525EAC85BF0}"/>
              </a:ext>
            </a:extLst>
          </p:cNvPr>
          <p:cNvSpPr txBox="1"/>
          <p:nvPr/>
        </p:nvSpPr>
        <p:spPr>
          <a:xfrm>
            <a:off x="359712" y="4210243"/>
            <a:ext cx="85650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vi-VN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Ứng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 vật thể khi đang bay tốc độ cao</a:t>
            </a:r>
            <a:endParaRPr lang="en-US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Cứu nạn – thu hồi vật thể khẩn cấp</a:t>
            </a:r>
            <a:endParaRPr lang="en-US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vi-VN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Perching (bám, đậu tiết kiệm năng lượng)</a:t>
            </a:r>
            <a:endParaRPr lang="en-US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06B30D-D140-2F7A-4B62-4F8F153B6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334" y="1324347"/>
            <a:ext cx="3575625" cy="25071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5BB01F-CF32-980D-CA7F-03FAA37E6D01}"/>
              </a:ext>
            </a:extLst>
          </p:cNvPr>
          <p:cNvSpPr txBox="1"/>
          <p:nvPr/>
        </p:nvSpPr>
        <p:spPr>
          <a:xfrm>
            <a:off x="3094001" y="3975579"/>
            <a:ext cx="309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Mô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hình</a:t>
            </a:r>
            <a:r>
              <a:rPr lang="en-US" dirty="0">
                <a:highlight>
                  <a:srgbClr val="FFFF00"/>
                </a:highlight>
              </a:rPr>
              <a:t> quadrotor </a:t>
            </a:r>
            <a:r>
              <a:rPr lang="en-US" dirty="0" err="1">
                <a:highlight>
                  <a:srgbClr val="FFFF00"/>
                </a:highlight>
              </a:rPr>
              <a:t>gắn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tay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gắp</a:t>
            </a:r>
            <a:endParaRPr lang="vi-V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2254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EF053-5572-3387-2DC9-61D62BFE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9EA330-264F-C59E-1CFB-6E869392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6A32B3-4C2F-3158-15A2-56596748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Đặt vấn đề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2CC564E-627D-A671-14AB-690051B1BE24}"/>
              </a:ext>
            </a:extLst>
          </p:cNvPr>
          <p:cNvSpPr txBox="1">
            <a:spLocks/>
          </p:cNvSpPr>
          <p:nvPr/>
        </p:nvSpPr>
        <p:spPr>
          <a:xfrm>
            <a:off x="234950" y="963168"/>
            <a:ext cx="8674100" cy="4517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 err="1">
                <a:solidFill>
                  <a:srgbClr val="FF0000"/>
                </a:solidFill>
              </a:rPr>
              <a:t>Mục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tiêu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E4F5A-30C7-D623-83D0-FBC7F3CE1C46}"/>
              </a:ext>
            </a:extLst>
          </p:cNvPr>
          <p:cNvSpPr txBox="1"/>
          <p:nvPr/>
        </p:nvSpPr>
        <p:spPr>
          <a:xfrm>
            <a:off x="289464" y="4489015"/>
            <a:ext cx="85650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vi-VN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Mô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phỏng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2D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mô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quadrotor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gripper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Tạo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quỹ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đạo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bay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quadrotor</a:t>
            </a:r>
            <a:endParaRPr lang="en-US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Thực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hiện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mục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tiêu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vật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thể</a:t>
            </a:r>
            <a:r>
              <a:rPr lang="en-US" sz="1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endParaRPr lang="en-US" sz="18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52328E-2F5B-86AA-190C-B9C9DCEA1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334" y="1324347"/>
            <a:ext cx="3575625" cy="25071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C9B746-BEF0-090D-7372-DC7DA3399897}"/>
              </a:ext>
            </a:extLst>
          </p:cNvPr>
          <p:cNvSpPr txBox="1"/>
          <p:nvPr/>
        </p:nvSpPr>
        <p:spPr>
          <a:xfrm>
            <a:off x="3094001" y="3975579"/>
            <a:ext cx="309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Mô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hình</a:t>
            </a:r>
            <a:r>
              <a:rPr lang="en-US" dirty="0">
                <a:highlight>
                  <a:srgbClr val="FFFF00"/>
                </a:highlight>
              </a:rPr>
              <a:t> quadrotor </a:t>
            </a:r>
            <a:r>
              <a:rPr lang="en-US" dirty="0" err="1">
                <a:highlight>
                  <a:srgbClr val="FFFF00"/>
                </a:highlight>
              </a:rPr>
              <a:t>gắn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tay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gắp</a:t>
            </a:r>
            <a:endParaRPr lang="vi-V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3919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D3B7372-9D70-9B0F-70C8-852E55536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3524652"/>
              </p:ext>
            </p:extLst>
          </p:nvPr>
        </p:nvGraphicFramePr>
        <p:xfrm>
          <a:off x="269507" y="994439"/>
          <a:ext cx="8604985" cy="326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73D8418-A44D-2BA7-225A-7C21550C3D7A}"/>
              </a:ext>
            </a:extLst>
          </p:cNvPr>
          <p:cNvGrpSpPr/>
          <p:nvPr/>
        </p:nvGrpSpPr>
        <p:grpSpPr>
          <a:xfrm>
            <a:off x="2741316" y="3535456"/>
            <a:ext cx="1431633" cy="767615"/>
            <a:chOff x="1642467" y="1581790"/>
            <a:chExt cx="1171277" cy="90041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7734EFB-48F8-A5F3-93E8-0FE60221FEC8}"/>
                </a:ext>
              </a:extLst>
            </p:cNvPr>
            <p:cNvSpPr/>
            <p:nvPr/>
          </p:nvSpPr>
          <p:spPr>
            <a:xfrm>
              <a:off x="1642467" y="1581790"/>
              <a:ext cx="1171277" cy="90041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40FA3313-0BBF-E02C-2CC3-1B8E9236FCF3}"/>
                </a:ext>
              </a:extLst>
            </p:cNvPr>
            <p:cNvSpPr txBox="1"/>
            <p:nvPr/>
          </p:nvSpPr>
          <p:spPr>
            <a:xfrm>
              <a:off x="1668840" y="1608162"/>
              <a:ext cx="1118533" cy="8476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QP</a:t>
              </a:r>
              <a:endParaRPr lang="vi-VN" sz="1800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7C9DDB9-0729-159C-AEB2-0126F31D9B98}"/>
              </a:ext>
            </a:extLst>
          </p:cNvPr>
          <p:cNvGrpSpPr/>
          <p:nvPr/>
        </p:nvGrpSpPr>
        <p:grpSpPr>
          <a:xfrm>
            <a:off x="5048940" y="3533938"/>
            <a:ext cx="1431633" cy="767615"/>
            <a:chOff x="1642467" y="1581790"/>
            <a:chExt cx="1171277" cy="90041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C95F0F1-D947-6F83-5CEB-9BF1D0135791}"/>
                </a:ext>
              </a:extLst>
            </p:cNvPr>
            <p:cNvSpPr/>
            <p:nvPr/>
          </p:nvSpPr>
          <p:spPr>
            <a:xfrm>
              <a:off x="1642467" y="1581790"/>
              <a:ext cx="1171277" cy="90041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3EB6E9F3-8AF8-3EDC-B25C-6C0C20A908DD}"/>
                </a:ext>
              </a:extLst>
            </p:cNvPr>
            <p:cNvSpPr txBox="1"/>
            <p:nvPr/>
          </p:nvSpPr>
          <p:spPr>
            <a:xfrm>
              <a:off x="1668839" y="1608162"/>
              <a:ext cx="1118533" cy="8476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/>
                <a:t>PD + </a:t>
              </a:r>
              <a:r>
                <a:rPr lang="en-US" dirty="0" err="1"/>
                <a:t>FeedForward</a:t>
              </a:r>
              <a:endParaRPr lang="vi-VN" sz="1800" kern="1200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78B508-E123-22F1-08B1-3631FC045A45}"/>
              </a:ext>
            </a:extLst>
          </p:cNvPr>
          <p:cNvCxnSpPr>
            <a:cxnSpLocks/>
          </p:cNvCxnSpPr>
          <p:nvPr/>
        </p:nvCxnSpPr>
        <p:spPr>
          <a:xfrm>
            <a:off x="5764757" y="2867993"/>
            <a:ext cx="0" cy="667463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BEBA3F-239B-BDBB-F919-2441B63E2D61}"/>
              </a:ext>
            </a:extLst>
          </p:cNvPr>
          <p:cNvCxnSpPr>
            <a:cxnSpLocks/>
          </p:cNvCxnSpPr>
          <p:nvPr/>
        </p:nvCxnSpPr>
        <p:spPr>
          <a:xfrm>
            <a:off x="3457132" y="2914205"/>
            <a:ext cx="0" cy="642215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D6D3F-BA0B-C7B4-9837-BABB2D5B19A5}"/>
              </a:ext>
            </a:extLst>
          </p:cNvPr>
          <p:cNvSpPr txBox="1"/>
          <p:nvPr/>
        </p:nvSpPr>
        <p:spPr>
          <a:xfrm>
            <a:off x="3396036" y="5098092"/>
            <a:ext cx="279159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vi-VN" dirty="0"/>
              <a:t>Mô hình hóa hệ</a:t>
            </a:r>
            <a:r>
              <a:rPr lang="en-US" dirty="0"/>
              <a:t> quadrotor</a:t>
            </a:r>
            <a:endParaRPr lang="vi-V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0474A-09C8-73E6-F314-86F3EE473CA8}"/>
              </a:ext>
            </a:extLst>
          </p:cNvPr>
          <p:cNvSpPr txBox="1"/>
          <p:nvPr/>
        </p:nvSpPr>
        <p:spPr>
          <a:xfrm>
            <a:off x="235077" y="849467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2.1. Mô hình hóa</a:t>
            </a:r>
            <a:endParaRPr lang="vi-VN" sz="2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 descr="A diagram of a plane&#10;&#10;AI-generated content may be incorrect.">
            <a:extLst>
              <a:ext uri="{FF2B5EF4-FFF2-40B4-BE49-F238E27FC236}">
                <a16:creationId xmlns:a16="http://schemas.microsoft.com/office/drawing/2014/main" id="{7BCCE727-FDD4-7C4C-3293-380A47F80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411" y="1454704"/>
            <a:ext cx="5229176" cy="357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163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907B494-78D6-B419-BA70-01DDE1C428CD}"/>
              </a:ext>
            </a:extLst>
          </p:cNvPr>
          <p:cNvSpPr txBox="1">
            <a:spLocks/>
          </p:cNvSpPr>
          <p:nvPr/>
        </p:nvSpPr>
        <p:spPr>
          <a:xfrm>
            <a:off x="234949" y="862584"/>
            <a:ext cx="8674100" cy="51328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vi-VN" sz="2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37C1F-1E83-9DBE-0216-491D4760CC7B}"/>
              </a:ext>
            </a:extLst>
          </p:cNvPr>
          <p:cNvSpPr txBox="1"/>
          <p:nvPr/>
        </p:nvSpPr>
        <p:spPr>
          <a:xfrm>
            <a:off x="235077" y="849467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2.1. Mô hình hóa</a:t>
            </a:r>
            <a:endParaRPr lang="vi-VN" sz="2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FD63D-85F7-5058-ADDC-4390DFA8F3AE}"/>
              </a:ext>
            </a:extLst>
          </p:cNvPr>
          <p:cNvSpPr txBox="1"/>
          <p:nvPr/>
        </p:nvSpPr>
        <p:spPr>
          <a:xfrm flipH="1">
            <a:off x="221986" y="1251505"/>
            <a:ext cx="409631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200" dirty="0"/>
              <a:t> </a:t>
            </a:r>
            <a:r>
              <a:rPr lang="vi-VN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Hệ phương trình động lực học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r>
              <a:rPr lang="vi-VN" sz="2200" dirty="0"/>
              <a:t> </a:t>
            </a:r>
            <a:endParaRPr lang="en-US" sz="2200" dirty="0"/>
          </a:p>
          <a:p>
            <a:r>
              <a:rPr lang="en-US" sz="2200" dirty="0" err="1"/>
              <a:t>Động</a:t>
            </a:r>
            <a:r>
              <a:rPr lang="en-US" sz="2200" dirty="0"/>
              <a:t> </a:t>
            </a:r>
            <a:r>
              <a:rPr lang="en-US" sz="2200" dirty="0" err="1"/>
              <a:t>năng</a:t>
            </a:r>
            <a:r>
              <a:rPr lang="en-US" sz="2200" dirty="0"/>
              <a:t> : 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 err="1"/>
              <a:t>Thế</a:t>
            </a:r>
            <a:r>
              <a:rPr lang="en-US" sz="2200" dirty="0"/>
              <a:t> </a:t>
            </a:r>
            <a:r>
              <a:rPr lang="en-US" sz="2200" dirty="0" err="1"/>
              <a:t>năng</a:t>
            </a:r>
            <a:r>
              <a:rPr lang="en-US" sz="2200" dirty="0"/>
              <a:t> : 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 err="1"/>
              <a:t>Hàm</a:t>
            </a:r>
            <a:r>
              <a:rPr lang="en-US" sz="2200" dirty="0"/>
              <a:t> Lagrange 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7F4E3BB-C5B7-2AB8-3DEF-3302B1304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490" y="2394090"/>
            <a:ext cx="5069013" cy="12797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9BBB5A2-EE3B-01B2-48F8-1DB08227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258" y="4384504"/>
            <a:ext cx="3669475" cy="538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A0B263-3500-6B5B-B0CF-8372BC8B0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778" y="5364554"/>
            <a:ext cx="2370443" cy="76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81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CE23-7FF0-24BC-DEB6-0FAA07B0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4DED-C6F8-5FEB-A183-B261A1A4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17392-9AE7-EBFA-A733-95D65356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094C7D-A1FE-8D04-9452-4437B394E0D2}"/>
              </a:ext>
            </a:extLst>
          </p:cNvPr>
          <p:cNvSpPr txBox="1">
            <a:spLocks/>
          </p:cNvSpPr>
          <p:nvPr/>
        </p:nvSpPr>
        <p:spPr bwMode="auto">
          <a:xfrm>
            <a:off x="234949" y="4989135"/>
            <a:ext cx="8414177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9pPr>
          </a:lstStyle>
          <a:p>
            <a:r>
              <a:rPr lang="vi-VN" sz="18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Biểu diễn trong không gian trạng thái</a:t>
            </a:r>
            <a:r>
              <a:rPr lang="en-US" sz="18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C0EBF6A-2D3C-DC44-E0F1-C23449369EC1}"/>
              </a:ext>
            </a:extLst>
          </p:cNvPr>
          <p:cNvSpPr txBox="1">
            <a:spLocks/>
          </p:cNvSpPr>
          <p:nvPr/>
        </p:nvSpPr>
        <p:spPr>
          <a:xfrm>
            <a:off x="234949" y="862584"/>
            <a:ext cx="8674100" cy="51328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vi-VN" sz="2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FB384-6E9B-03E6-33B9-88EFE5BFA72C}"/>
              </a:ext>
            </a:extLst>
          </p:cNvPr>
          <p:cNvSpPr txBox="1"/>
          <p:nvPr/>
        </p:nvSpPr>
        <p:spPr>
          <a:xfrm>
            <a:off x="235077" y="849467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2.1. Mô hình hóa</a:t>
            </a:r>
            <a:endParaRPr lang="vi-VN" sz="2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BA4C9-6EF3-6516-A56E-E0439A2A3DAA}"/>
              </a:ext>
            </a:extLst>
          </p:cNvPr>
          <p:cNvSpPr txBox="1"/>
          <p:nvPr/>
        </p:nvSpPr>
        <p:spPr>
          <a:xfrm flipH="1">
            <a:off x="221986" y="1251505"/>
            <a:ext cx="40963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200" dirty="0"/>
              <a:t> </a:t>
            </a:r>
            <a:r>
              <a:rPr lang="vi-VN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Hệ phương trình động lực học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r>
              <a:rPr lang="vi-VN" sz="2200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471AF0-28AC-DD85-5779-294BBA1895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22" t="15967" r="6509" b="17719"/>
          <a:stretch>
            <a:fillRect/>
          </a:stretch>
        </p:blipFill>
        <p:spPr>
          <a:xfrm>
            <a:off x="3060436" y="5658801"/>
            <a:ext cx="3023118" cy="4873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DF310B-9E02-591C-D492-00129D51E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950" y="1873927"/>
            <a:ext cx="4547598" cy="6436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7CD121D-4000-8158-01C3-4A13881CB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433" y="2710459"/>
            <a:ext cx="5501593" cy="6436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3AA96F4-0556-6AAE-3C9A-8B43D8F05F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7322" r="23060" b="20468"/>
          <a:stretch>
            <a:fillRect/>
          </a:stretch>
        </p:blipFill>
        <p:spPr>
          <a:xfrm>
            <a:off x="3992621" y="3587159"/>
            <a:ext cx="1158749" cy="35259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C202A7-2475-AB43-4665-41F854976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5433" y="4268334"/>
            <a:ext cx="5453128" cy="53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27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C987F61-D391-EF0C-55CE-AB8A5A6F1F39}"/>
              </a:ext>
            </a:extLst>
          </p:cNvPr>
          <p:cNvSpPr txBox="1">
            <a:spLocks/>
          </p:cNvSpPr>
          <p:nvPr/>
        </p:nvSpPr>
        <p:spPr>
          <a:xfrm>
            <a:off x="234949" y="862584"/>
            <a:ext cx="8674100" cy="51328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vi-VN" sz="2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4D900-7A65-B8B1-990F-201ECACDF226}"/>
              </a:ext>
            </a:extLst>
          </p:cNvPr>
          <p:cNvSpPr txBox="1"/>
          <p:nvPr/>
        </p:nvSpPr>
        <p:spPr>
          <a:xfrm>
            <a:off x="235077" y="849467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2.1. Mô hình hóa</a:t>
            </a:r>
            <a:endParaRPr lang="vi-VN" sz="2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C83B80-14A7-5A5F-E1D8-89884D07D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3" r="3935"/>
          <a:stretch>
            <a:fillRect/>
          </a:stretch>
        </p:blipFill>
        <p:spPr>
          <a:xfrm>
            <a:off x="1634408" y="1428988"/>
            <a:ext cx="5122944" cy="17293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707098-EAAB-7011-F9E8-0F1B3C5D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420" y="3490605"/>
            <a:ext cx="3653363" cy="16546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1BBCEE-2EBA-2407-1858-7A792A187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67" y="3470539"/>
            <a:ext cx="2468500" cy="17293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04B8C3-3AA8-46E8-96DE-489BF3B71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3487" y="3429000"/>
            <a:ext cx="1577462" cy="17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2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96E8-307A-E83E-3EE6-C515D6F0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2600-993D-E1AB-AD28-843B8FBDE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54500-25FC-3193-C83D-4A375A01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3EC109C-A3D6-FD71-FE19-84414BFBA33B}"/>
              </a:ext>
            </a:extLst>
          </p:cNvPr>
          <p:cNvSpPr txBox="1">
            <a:spLocks/>
          </p:cNvSpPr>
          <p:nvPr/>
        </p:nvSpPr>
        <p:spPr>
          <a:xfrm>
            <a:off x="234949" y="862584"/>
            <a:ext cx="8674100" cy="51328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vi-VN" sz="2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39A1F-9FDB-9635-C1F3-CDA8F865DAE5}"/>
              </a:ext>
            </a:extLst>
          </p:cNvPr>
          <p:cNvSpPr txBox="1"/>
          <p:nvPr/>
        </p:nvSpPr>
        <p:spPr>
          <a:xfrm>
            <a:off x="235077" y="849467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2.1. Mô hình hóa</a:t>
            </a:r>
            <a:endParaRPr lang="vi-VN" sz="2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F74E9-D0F0-0DDD-75F1-DDCBBF1C845C}"/>
              </a:ext>
            </a:extLst>
          </p:cNvPr>
          <p:cNvSpPr txBox="1"/>
          <p:nvPr/>
        </p:nvSpPr>
        <p:spPr>
          <a:xfrm>
            <a:off x="234949" y="1302460"/>
            <a:ext cx="85908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Kiểm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động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học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thuận</a:t>
            </a:r>
            <a:endParaRPr lang="en-US" dirty="0">
              <a:solidFill>
                <a:schemeClr val="accen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349BA4-0B17-5973-AF7D-913028C9F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063" y="1857064"/>
            <a:ext cx="5007550" cy="38044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B636D8-FBD4-D766-ACF7-67F4D99D6550}"/>
              </a:ext>
            </a:extLst>
          </p:cNvPr>
          <p:cNvSpPr txBox="1"/>
          <p:nvPr/>
        </p:nvSpPr>
        <p:spPr>
          <a:xfrm>
            <a:off x="4044101" y="5661501"/>
            <a:ext cx="130747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Bay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trên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17568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4F6F-CC7D-A968-C443-C58DC8B6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75E5-2682-1846-3EBC-8458453F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4BB908-3072-D690-6BFF-235CFB04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E0C5F56-2273-9902-3450-7DA2404EC238}"/>
              </a:ext>
            </a:extLst>
          </p:cNvPr>
          <p:cNvSpPr txBox="1">
            <a:spLocks/>
          </p:cNvSpPr>
          <p:nvPr/>
        </p:nvSpPr>
        <p:spPr>
          <a:xfrm>
            <a:off x="234949" y="862584"/>
            <a:ext cx="8674100" cy="51328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vi-VN" sz="2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E9BA29-5E02-7DC4-C22F-320EC254B438}"/>
              </a:ext>
            </a:extLst>
          </p:cNvPr>
          <p:cNvSpPr txBox="1"/>
          <p:nvPr/>
        </p:nvSpPr>
        <p:spPr>
          <a:xfrm>
            <a:off x="72115" y="871573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2.1. Mô hình hóa</a:t>
            </a:r>
            <a:endParaRPr lang="vi-VN" sz="2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5C096-FF70-83F0-6FF3-E81C1D54C3DF}"/>
              </a:ext>
            </a:extLst>
          </p:cNvPr>
          <p:cNvSpPr txBox="1"/>
          <p:nvPr/>
        </p:nvSpPr>
        <p:spPr>
          <a:xfrm>
            <a:off x="234949" y="1302460"/>
            <a:ext cx="859087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Kiểm</a:t>
            </a:r>
            <a:r>
              <a:rPr lang="en-US" sz="2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</a:t>
            </a:r>
            <a:r>
              <a:rPr lang="en-US" sz="2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động</a:t>
            </a:r>
            <a:r>
              <a:rPr lang="en-US" sz="2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học</a:t>
            </a:r>
            <a:r>
              <a:rPr lang="en-US" sz="2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thuận</a:t>
            </a:r>
            <a:endParaRPr lang="en-US" sz="2200" dirty="0">
              <a:solidFill>
                <a:schemeClr val="accen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10118-0115-B200-00AA-C177DE3D7998}"/>
              </a:ext>
            </a:extLst>
          </p:cNvPr>
          <p:cNvSpPr txBox="1"/>
          <p:nvPr/>
        </p:nvSpPr>
        <p:spPr>
          <a:xfrm>
            <a:off x="4074889" y="5498487"/>
            <a:ext cx="146437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Bay sang </a:t>
            </a:r>
            <a:r>
              <a:rPr lang="en-US" dirty="0" err="1"/>
              <a:t>phải</a:t>
            </a:r>
            <a:endParaRPr lang="vi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8B5E-A30C-6AE7-D843-AC905F312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028" b="49528"/>
          <a:stretch>
            <a:fillRect/>
          </a:stretch>
        </p:blipFill>
        <p:spPr>
          <a:xfrm>
            <a:off x="1339600" y="2237743"/>
            <a:ext cx="3232400" cy="29285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1F860D-8C52-F448-F2C5-ADB66D090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50"/>
          <a:stretch>
            <a:fillRect/>
          </a:stretch>
        </p:blipFill>
        <p:spPr>
          <a:xfrm>
            <a:off x="4903779" y="2315428"/>
            <a:ext cx="3232400" cy="285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5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590C-6888-F18A-2BC9-F9BA9006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05D1C-2DCF-C86A-769D-60ECC2F0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E82BC5-9BC9-FF1D-7838-9EDFA89B6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5A74E-1987-EF88-F027-8F3353CAF964}"/>
              </a:ext>
            </a:extLst>
          </p:cNvPr>
          <p:cNvSpPr txBox="1">
            <a:spLocks/>
          </p:cNvSpPr>
          <p:nvPr/>
        </p:nvSpPr>
        <p:spPr>
          <a:xfrm>
            <a:off x="234950" y="963168"/>
            <a:ext cx="8674100" cy="51493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2.</a:t>
            </a:r>
            <a:r>
              <a:rPr lang="en-US" sz="2200" b="1" dirty="0">
                <a:solidFill>
                  <a:srgbClr val="FF0000"/>
                </a:solidFill>
              </a:rPr>
              <a:t>2</a:t>
            </a:r>
            <a:r>
              <a:rPr lang="vi-VN" sz="2200" b="1" dirty="0">
                <a:solidFill>
                  <a:srgbClr val="FF0000"/>
                </a:solidFill>
              </a:rPr>
              <a:t>. </a:t>
            </a:r>
            <a:r>
              <a:rPr lang="en-US" sz="2200" b="1" dirty="0" err="1">
                <a:solidFill>
                  <a:srgbClr val="FF0000"/>
                </a:solidFill>
              </a:rPr>
              <a:t>Lập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quỹ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đạo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chuyển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động</a:t>
            </a:r>
            <a:endParaRPr lang="vi-VN" sz="22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138A43-C229-3CBC-C705-CC5A9FE7CB97}"/>
              </a:ext>
            </a:extLst>
          </p:cNvPr>
          <p:cNvSpPr txBox="1"/>
          <p:nvPr/>
        </p:nvSpPr>
        <p:spPr>
          <a:xfrm>
            <a:off x="234950" y="1457392"/>
            <a:ext cx="8590871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Yêu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cầu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toán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	Quadrotor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tay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có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thể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vật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thể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đang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bay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Sinh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quỹ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đạo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sự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ổn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định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dễ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dàng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điều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khiển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Tính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vi </a:t>
            </a:r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phân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phẳng</a:t>
            </a:r>
            <a:r>
              <a:rPr lang="en-US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 Differential Flatness) :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Hệ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quadrotor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tay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là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vi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phân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phẳng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(differential flatness)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Với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phẳng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chọn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 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	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Từ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phẳng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,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suy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lực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moment,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trạng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thái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F89AB4-B24A-A1D1-7E12-ACFBFF095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857" y="4013377"/>
            <a:ext cx="1532285" cy="94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086334"/>
      </p:ext>
    </p:extLst>
  </p:cSld>
  <p:clrMapOvr>
    <a:masterClrMapping/>
  </p:clrMapOvr>
  <p:transition spd="slow">
    <p:strips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F0C5-EB28-FBE7-733D-99909AA6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8532DA-5536-C7B5-0D09-1B244D58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01BEB6-CADC-C386-ED3E-AB2CA708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7D4FB-F279-1119-53B7-AEA6B8B46958}"/>
              </a:ext>
            </a:extLst>
          </p:cNvPr>
          <p:cNvSpPr txBox="1">
            <a:spLocks/>
          </p:cNvSpPr>
          <p:nvPr/>
        </p:nvSpPr>
        <p:spPr>
          <a:xfrm>
            <a:off x="234950" y="963168"/>
            <a:ext cx="8674100" cy="51493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2.</a:t>
            </a:r>
            <a:r>
              <a:rPr lang="en-US" sz="2200" b="1" dirty="0">
                <a:solidFill>
                  <a:srgbClr val="FF0000"/>
                </a:solidFill>
              </a:rPr>
              <a:t>2</a:t>
            </a:r>
            <a:r>
              <a:rPr lang="vi-VN" sz="2200" b="1" dirty="0">
                <a:solidFill>
                  <a:srgbClr val="FF0000"/>
                </a:solidFill>
              </a:rPr>
              <a:t>. </a:t>
            </a:r>
            <a:r>
              <a:rPr lang="en-US" sz="2200" b="1" dirty="0" err="1">
                <a:solidFill>
                  <a:srgbClr val="FF0000"/>
                </a:solidFill>
              </a:rPr>
              <a:t>Lập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quỹ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đạo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chuyển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động</a:t>
            </a:r>
            <a:endParaRPr lang="vi-VN" sz="22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C41854-1A4A-FA46-D002-C4C3E631C90F}"/>
              </a:ext>
            </a:extLst>
          </p:cNvPr>
          <p:cNvSpPr txBox="1"/>
          <p:nvPr/>
        </p:nvSpPr>
        <p:spPr>
          <a:xfrm>
            <a:off x="234950" y="1525514"/>
            <a:ext cx="85908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Hàm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chi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phí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 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có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 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Suy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 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Đặt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đó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: 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5F9E20-6B78-9199-FD5C-C623D936F0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7" t="10934" r="5916" b="15772"/>
          <a:stretch>
            <a:fillRect/>
          </a:stretch>
        </p:blipFill>
        <p:spPr>
          <a:xfrm>
            <a:off x="3093279" y="1769820"/>
            <a:ext cx="2957431" cy="6524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1ACDC9-0279-5D53-9394-517B9F6B6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651" y="2686175"/>
            <a:ext cx="1995467" cy="644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58D04A-E0EC-CAF2-126F-D271CA6FD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423" y="3330625"/>
            <a:ext cx="6599144" cy="10590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C06389-E5B2-1167-246B-F0E15A356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6272" y="4506332"/>
            <a:ext cx="3651447" cy="8629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240898-0E20-0A38-7344-A594D1E108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4865" y="5440867"/>
            <a:ext cx="2274262" cy="69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87170"/>
      </p:ext>
    </p:extLst>
  </p:cSld>
  <p:clrMapOvr>
    <a:masterClrMapping/>
  </p:clrMapOvr>
  <p:transition spd="slow">
    <p:strips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114F-57D4-655D-0D71-FDAABB61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6BE2C-876D-96BB-40A5-8A78C3B9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DEB0A2-938E-ED81-4282-B6B5B2AA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3B886-EBAC-8865-E4D5-B9613070320C}"/>
              </a:ext>
            </a:extLst>
          </p:cNvPr>
          <p:cNvSpPr txBox="1">
            <a:spLocks/>
          </p:cNvSpPr>
          <p:nvPr/>
        </p:nvSpPr>
        <p:spPr>
          <a:xfrm>
            <a:off x="234950" y="963168"/>
            <a:ext cx="8674100" cy="51493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2.</a:t>
            </a:r>
            <a:r>
              <a:rPr lang="en-US" sz="2200" b="1" dirty="0">
                <a:solidFill>
                  <a:srgbClr val="FF0000"/>
                </a:solidFill>
              </a:rPr>
              <a:t>2</a:t>
            </a:r>
            <a:r>
              <a:rPr lang="vi-VN" sz="2200" b="1" dirty="0">
                <a:solidFill>
                  <a:srgbClr val="FF0000"/>
                </a:solidFill>
              </a:rPr>
              <a:t>. </a:t>
            </a:r>
            <a:r>
              <a:rPr lang="en-US" sz="2200" b="1" dirty="0" err="1">
                <a:solidFill>
                  <a:srgbClr val="FF0000"/>
                </a:solidFill>
              </a:rPr>
              <a:t>Lập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quỹ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đạo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chuyển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động</a:t>
            </a:r>
            <a:endParaRPr lang="vi-VN" sz="22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AE1D2-55A4-696E-5B98-22B0D900AA62}"/>
              </a:ext>
            </a:extLst>
          </p:cNvPr>
          <p:cNvSpPr txBox="1"/>
          <p:nvPr/>
        </p:nvSpPr>
        <p:spPr>
          <a:xfrm>
            <a:off x="234950" y="1528056"/>
            <a:ext cx="85908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có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: 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Hàm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chi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phí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có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dạng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toán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quy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hoạch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toàn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phương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(Quadratic Programming) </a:t>
            </a:r>
          </a:p>
          <a:p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Giải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toán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QP ,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thu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quỹ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đạo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chuyển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động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: 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5455FB-A3F6-B2AD-6248-17145AB50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225" y="1692398"/>
            <a:ext cx="2233550" cy="5936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B4D803-D7DB-B301-B78D-4552F2B0A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84" y="3144805"/>
            <a:ext cx="3493277" cy="27500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8C5C6C-4BE2-29BA-48AF-085BB9EE7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253" y="2990257"/>
            <a:ext cx="3620063" cy="28975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F8D17A3-3F27-73BC-9568-F29EEEB3DEBA}"/>
              </a:ext>
            </a:extLst>
          </p:cNvPr>
          <p:cNvSpPr txBox="1"/>
          <p:nvPr/>
        </p:nvSpPr>
        <p:spPr>
          <a:xfrm>
            <a:off x="3262722" y="5774011"/>
            <a:ext cx="2877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highlight>
                  <a:srgbClr val="FFFF00"/>
                </a:highlight>
              </a:rPr>
              <a:t>Quỹ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đạo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minh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họa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trong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bài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báo</a:t>
            </a:r>
            <a:endParaRPr lang="vi-VN" sz="1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18209735"/>
      </p:ext>
    </p:extLst>
  </p:cSld>
  <p:clrMapOvr>
    <a:masterClrMapping/>
  </p:clrMapOvr>
  <p:transition spd="slow">
    <p:strips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vi-VN" sz="2200" b="1" dirty="0">
                <a:solidFill>
                  <a:srgbClr val="FF0000"/>
                </a:solidFill>
              </a:rPr>
              <a:t>2.</a:t>
            </a:r>
            <a:r>
              <a:rPr lang="en-US" sz="2200" b="1" dirty="0">
                <a:solidFill>
                  <a:srgbClr val="FF0000"/>
                </a:solidFill>
              </a:rPr>
              <a:t>3</a:t>
            </a:r>
            <a:r>
              <a:rPr lang="vi-VN" sz="2200" b="1" dirty="0">
                <a:solidFill>
                  <a:srgbClr val="FF0000"/>
                </a:solidFill>
              </a:rPr>
              <a:t>. Thiết kế bộ điều khiển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2000" dirty="0">
                <a:effectLst/>
              </a:rPr>
              <a:t>2.</a:t>
            </a:r>
            <a:r>
              <a:rPr lang="en-US" sz="2000" dirty="0">
                <a:effectLst/>
              </a:rPr>
              <a:t>3</a:t>
            </a:r>
            <a:r>
              <a:rPr lang="vi-VN" sz="2000" dirty="0">
                <a:effectLst/>
              </a:rPr>
              <a:t>.</a:t>
            </a:r>
            <a:r>
              <a:rPr lang="en-US" sz="2000" dirty="0">
                <a:effectLst/>
              </a:rPr>
              <a:t>1</a:t>
            </a:r>
            <a:r>
              <a:rPr lang="vi-VN" sz="2000" dirty="0">
                <a:effectLst/>
              </a:rPr>
              <a:t>. Bộ điều khiển PD</a:t>
            </a:r>
          </a:p>
          <a:p>
            <a:pPr marL="0" indent="0">
              <a:buNone/>
            </a:pPr>
            <a:endParaRPr lang="vi-V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52103-F131-2FE3-DC2D-E16EC6EEFD2A}"/>
                  </a:ext>
                </a:extLst>
              </p:cNvPr>
              <p:cNvSpPr txBox="1"/>
              <p:nvPr/>
            </p:nvSpPr>
            <p:spPr>
              <a:xfrm>
                <a:off x="219217" y="1899765"/>
                <a:ext cx="8590871" cy="2845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vi-VN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Lực điều khiển</a:t>
                </a:r>
                <a:r>
                  <a:rPr lang="vi-VN" sz="1800" dirty="0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              </m:t>
                      </m:r>
                    </m:oMath>
                  </m:oMathPara>
                </a14:m>
                <a:endParaRPr lang="en-US" sz="1800" b="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              </m:t>
                      </m:r>
                      <m:r>
                        <a:rPr lang="vi-V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vi-VN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vi-VN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vi-V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vi-VN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vi-VN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𝑑𝑒</m:t>
                          </m:r>
                          <m:d>
                            <m:d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vi-V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vi-VN" sz="1800" dirty="0"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vi-VN" sz="1800" dirty="0"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vi-VN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vi-VN" sz="1800" dirty="0"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vi-VN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vi-VN" sz="1800" dirty="0"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52103-F131-2FE3-DC2D-E16EC6EEF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17" y="1899765"/>
                <a:ext cx="8590871" cy="2845844"/>
              </a:xfrm>
              <a:prstGeom prst="rect">
                <a:avLst/>
              </a:prstGeom>
              <a:blipFill>
                <a:blip r:embed="rId2"/>
                <a:stretch>
                  <a:fillRect l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6A64D2-B4EC-792A-391F-FF4EC1DE0630}"/>
                  </a:ext>
                </a:extLst>
              </p:cNvPr>
              <p:cNvSpPr txBox="1"/>
              <p:nvPr/>
            </p:nvSpPr>
            <p:spPr>
              <a:xfrm>
                <a:off x="219217" y="4070370"/>
                <a:ext cx="5689989" cy="1606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i="1" u="none" strike="noStrike" smtClean="0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vi-VN" i="1" u="none" strike="noStrike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vi-VN" i="1" u="none" strike="noStrike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vi-VN" u="none" strike="noStrike" spc="-1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 u="none" strike="noStrike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vi-VN" i="1" u="none" strike="noStrike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vi-VN" i="1" u="none" strike="noStrike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vi-VN" u="none" strike="noStrike" spc="-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là</a:t>
                </a:r>
                <a:r>
                  <a:rPr lang="vi-VN" u="none" strike="noStrike" spc="-1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hệ</a:t>
                </a:r>
                <a:r>
                  <a:rPr lang="vi-VN" u="none" strike="noStrike" spc="-2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số</a:t>
                </a:r>
                <a:r>
                  <a:rPr lang="vi-VN" u="none" strike="noStrike" spc="-1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tỉ</a:t>
                </a:r>
                <a:r>
                  <a:rPr lang="vi-VN" u="none" strike="noStrike" spc="-1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lệ</a:t>
                </a:r>
                <a:r>
                  <a:rPr lang="vi-VN" u="none" strike="noStrike" spc="-2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và</a:t>
                </a:r>
                <a:r>
                  <a:rPr lang="vi-VN" u="none" strike="noStrike" spc="-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hệ</a:t>
                </a:r>
                <a:r>
                  <a:rPr lang="vi-VN" u="none" strike="noStrike" spc="-1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số vi phân của</a:t>
                </a:r>
                <a:r>
                  <a:rPr lang="vi-VN" u="none" strike="noStrike" spc="-2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bộ</a:t>
                </a:r>
                <a:r>
                  <a:rPr lang="vi-VN" u="none" strike="noStrike" spc="-1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điều</a:t>
                </a:r>
                <a:r>
                  <a:rPr lang="vi-VN" u="none" strike="noStrike" spc="-1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spc="-1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khiển.</a:t>
                </a:r>
              </a:p>
              <a:p>
                <a:pPr lvl="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</a:pPr>
                <a:endParaRPr lang="vi-VN" u="none" strike="noStrike" dirty="0">
                  <a:effectLst/>
                  <a:uFill>
                    <a:solidFill>
                      <a:srgbClr val="000000"/>
                    </a:solidFill>
                  </a:u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lvl="0" indent="-34290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vi-VN" i="1" u="none" strike="noStrike" spc="-30"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𝑒</m:t>
                    </m:r>
                    <m:d>
                      <m:dPr>
                        <m:ctrlPr>
                          <a:rPr lang="vi-VN" i="1" u="none" strike="noStrike" spc="-30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vi-VN" i="1" u="none" strike="noStrike" spc="-30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vi-VN" u="none" strike="noStrike" spc="-3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là</a:t>
                </a:r>
                <a:r>
                  <a:rPr lang="vi-VN" u="none" strike="noStrike" spc="-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sai</a:t>
                </a:r>
                <a:r>
                  <a:rPr lang="vi-VN" u="none" strike="noStrike" spc="-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lệch (error)</a:t>
                </a:r>
                <a:r>
                  <a:rPr lang="vi-VN" u="none" strike="noStrike" spc="-2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tại</a:t>
                </a:r>
                <a:r>
                  <a:rPr lang="vi-VN" u="none" strike="noStrike" spc="-1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thời</a:t>
                </a:r>
                <a:r>
                  <a:rPr lang="vi-VN" u="none" strike="noStrike" spc="-1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điểm</a:t>
                </a:r>
                <a:r>
                  <a:rPr lang="vi-VN" u="none" strike="noStrike" spc="-1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u="none" strike="noStrike" spc="-25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t.</a:t>
                </a:r>
                <a:endParaRPr lang="vi-VN" u="none" strike="noStrike" dirty="0">
                  <a:effectLst/>
                  <a:uFill>
                    <a:solidFill>
                      <a:srgbClr val="000000"/>
                    </a:solidFill>
                  </a:u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vi-VN" sz="1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6A64D2-B4EC-792A-391F-FF4EC1DE0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17" y="4070370"/>
                <a:ext cx="5689989" cy="1606594"/>
              </a:xfrm>
              <a:prstGeom prst="rect">
                <a:avLst/>
              </a:prstGeom>
              <a:blipFill>
                <a:blip r:embed="rId3"/>
                <a:stretch>
                  <a:fillRect t="-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FC6278E-E427-485E-BDE0-07C7594E8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008" y="1603064"/>
            <a:ext cx="4957775" cy="199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10837"/>
      </p:ext>
    </p:extLst>
  </p:cSld>
  <p:clrMapOvr>
    <a:masterClrMapping/>
  </p:clrMapOvr>
  <p:transition spd="slow">
    <p:strips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9344" y="862584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vi-VN" sz="2200" b="1" dirty="0">
                <a:solidFill>
                  <a:srgbClr val="FF0000"/>
                </a:solidFill>
              </a:rPr>
              <a:t>2.</a:t>
            </a:r>
            <a:r>
              <a:rPr lang="en-US" sz="2200" b="1" dirty="0">
                <a:solidFill>
                  <a:srgbClr val="FF0000"/>
                </a:solidFill>
              </a:rPr>
              <a:t>3</a:t>
            </a:r>
            <a:r>
              <a:rPr lang="vi-VN" sz="2200" b="1" dirty="0">
                <a:solidFill>
                  <a:srgbClr val="FF0000"/>
                </a:solidFill>
              </a:rPr>
              <a:t>. Thiết kế bộ điều khiển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2000" dirty="0">
                <a:effectLst/>
              </a:rPr>
              <a:t>2.</a:t>
            </a:r>
            <a:r>
              <a:rPr lang="en-US" sz="2000" dirty="0">
                <a:effectLst/>
              </a:rPr>
              <a:t>3</a:t>
            </a:r>
            <a:r>
              <a:rPr lang="vi-VN" sz="2000" dirty="0">
                <a:effectLst/>
              </a:rPr>
              <a:t>.</a:t>
            </a:r>
            <a:r>
              <a:rPr lang="en-US" sz="2000" dirty="0">
                <a:effectLst/>
              </a:rPr>
              <a:t>2</a:t>
            </a:r>
            <a:r>
              <a:rPr lang="vi-VN" sz="2000" dirty="0">
                <a:effectLst/>
              </a:rPr>
              <a:t>. </a:t>
            </a: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điều</a:t>
            </a:r>
            <a:r>
              <a:rPr lang="en-US" sz="2000" dirty="0"/>
              <a:t> </a:t>
            </a:r>
            <a:r>
              <a:rPr lang="en-US" sz="2000" dirty="0" err="1"/>
              <a:t>khiển</a:t>
            </a:r>
            <a:r>
              <a:rPr lang="en-US" sz="2000" dirty="0"/>
              <a:t> </a:t>
            </a:r>
            <a:r>
              <a:rPr lang="en-US" sz="2000" dirty="0" err="1">
                <a:effectLst/>
              </a:rPr>
              <a:t>FeedForward</a:t>
            </a:r>
            <a:endParaRPr lang="vi-VN" sz="20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E04393-6F97-C857-94DD-CF092C5BD43B}"/>
                  </a:ext>
                </a:extLst>
              </p:cNvPr>
              <p:cNvSpPr txBox="1"/>
              <p:nvPr/>
            </p:nvSpPr>
            <p:spPr>
              <a:xfrm>
                <a:off x="219217" y="2074135"/>
                <a:ext cx="8511485" cy="945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Lực </a:t>
                </a:r>
                <a:r>
                  <a:rPr lang="en-US" sz="1800" dirty="0" err="1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điều</a:t>
                </a:r>
                <a:r>
                  <a:rPr lang="en-US" sz="1800" dirty="0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800" dirty="0" err="1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khiển</a:t>
                </a:r>
                <a:endPara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i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US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vi-VN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𝑓𝑓</m:t>
                        </m:r>
                      </m:sub>
                    </m:sSub>
                    <m:r>
                      <a:rPr lang="vi-VN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vi-V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E04393-6F97-C857-94DD-CF092C5BD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17" y="2074135"/>
                <a:ext cx="8511485" cy="945580"/>
              </a:xfrm>
              <a:prstGeom prst="rect">
                <a:avLst/>
              </a:prstGeom>
              <a:blipFill>
                <a:blip r:embed="rId2"/>
                <a:stretch>
                  <a:fillRect l="-645" t="-3226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32F90B4E-C1B1-87E2-228D-5E6B9DFDE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3" t="12879" r="5410" b="16542"/>
          <a:stretch>
            <a:fillRect/>
          </a:stretch>
        </p:blipFill>
        <p:spPr>
          <a:xfrm>
            <a:off x="3771093" y="1710371"/>
            <a:ext cx="4799281" cy="19501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DE261C-A243-D807-3156-220C564C74AF}"/>
                  </a:ext>
                </a:extLst>
              </p:cNvPr>
              <p:cNvSpPr txBox="1"/>
              <p:nvPr/>
            </p:nvSpPr>
            <p:spPr>
              <a:xfrm>
                <a:off x="282971" y="2532503"/>
                <a:ext cx="6976245" cy="2742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  <a:buFont typeface="Arial" panose="020B0604020202020204" pitchFamily="34" charset="0"/>
                  <a:buChar char="•"/>
                </a:pPr>
                <a:endParaRPr lang="en-US" sz="1400" i="1" u="none" strike="noStrike" dirty="0">
                  <a:effectLst/>
                  <a:uFill>
                    <a:solidFill>
                      <a:srgbClr val="000000"/>
                    </a:solidFill>
                  </a:uFill>
                  <a:latin typeface="Cambria Math" panose="02040503050406030204" pitchFamily="18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lvl="0" indent="-34290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  <a:buFont typeface="Arial" panose="020B0604020202020204" pitchFamily="34" charset="0"/>
                  <a:buChar char="•"/>
                </a:pPr>
                <a:endParaRPr lang="vi-VN" sz="1400" i="1" u="none" strike="noStrike" dirty="0">
                  <a:effectLst/>
                  <a:uFill>
                    <a:solidFill>
                      <a:srgbClr val="000000"/>
                    </a:solidFill>
                  </a:uFill>
                  <a:latin typeface="Cambria Math" panose="02040503050406030204" pitchFamily="18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lvl="0" indent="-34290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  <a:buFont typeface="Arial" panose="020B0604020202020204" pitchFamily="34" charset="0"/>
                  <a:buChar char="•"/>
                </a:pPr>
                <a:endParaRPr lang="vi-VN" sz="1400" i="1" dirty="0">
                  <a:uFill>
                    <a:solidFill>
                      <a:srgbClr val="000000"/>
                    </a:solidFill>
                  </a:uFill>
                  <a:latin typeface="Cambria Math" panose="02040503050406030204" pitchFamily="18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</a:pPr>
                <a:endParaRPr lang="en-US" i="1" dirty="0">
                  <a:uFill>
                    <a:solidFill>
                      <a:srgbClr val="000000"/>
                    </a:solidFill>
                  </a:uFill>
                  <a:latin typeface="Cambria Math" panose="02040503050406030204" pitchFamily="18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</a:pPr>
                <a:endParaRPr lang="vi-VN" i="1" u="none" strike="noStrike" dirty="0">
                  <a:effectLst/>
                  <a:uFill>
                    <a:solidFill>
                      <a:srgbClr val="000000"/>
                    </a:solidFill>
                  </a:uFill>
                  <a:latin typeface="Cambria Math" panose="02040503050406030204" pitchFamily="18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lvl="0" indent="-34290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i="1" u="none" strike="noStrike" smtClean="0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vi-VN" i="1" u="none" strike="noStrike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b="0" i="1" u="none" strike="noStrike" smtClean="0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𝑓𝑓</m:t>
                        </m:r>
                      </m:sub>
                    </m:sSub>
                    <m:r>
                      <a:rPr lang="en-US" b="0" i="1" u="none" strike="noStrike" smtClean="0"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là hệ số feedforward thiết kế dựa trên mô hình hệ </a:t>
                </a:r>
                <a:r>
                  <a:rPr lang="en-US" dirty="0" err="1"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thống</a:t>
                </a:r>
                <a:r>
                  <a:rPr lang="en-US" dirty="0"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</a:t>
                </a:r>
              </a:p>
              <a:p>
                <a:pPr marL="342900" lvl="0" indent="-34290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  <a:buFont typeface="Arial" panose="020B0604020202020204" pitchFamily="34" charset="0"/>
                  <a:buChar char="•"/>
                </a:pPr>
                <a:endParaRPr lang="vi-VN" u="none" strike="noStrike" dirty="0">
                  <a:effectLst/>
                  <a:uFill>
                    <a:solidFill>
                      <a:srgbClr val="000000"/>
                    </a:solidFill>
                  </a:u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lvl="0" indent="-342900" fontAlgn="base">
                  <a:lnSpc>
                    <a:spcPct val="115000"/>
                  </a:lnSpc>
                  <a:buClr>
                    <a:srgbClr val="000000"/>
                  </a:buClr>
                  <a:buSzPts val="1000"/>
                  <a:buFont typeface="Arial" panose="020B0604020202020204" pitchFamily="34" charset="0"/>
                  <a:buChar char="•"/>
                </a:pPr>
                <a:r>
                  <a:rPr lang="en-US" u="none" strike="noStrike" spc="-30" dirty="0">
                    <a:effectLst/>
                    <a:uFill>
                      <a:solidFill>
                        <a:srgbClr val="000000"/>
                      </a:solidFill>
                    </a:uFill>
                    <a:ea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i="1" u="none" strike="noStrike" spc="-30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vi-VN" i="1" u="none" strike="noStrike" spc="-30"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vi-VN" u="none" strike="noStrike" spc="-30" dirty="0">
                    <a:effectLst/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vi-VN" dirty="0">
                    <a:uFill>
                      <a:solidFill>
                        <a:srgbClr val="000000"/>
                      </a:solidFill>
                    </a:u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là tín hiệu nhiễu hoặc tín hiệu đầu vào biết trước trước khi nó tác động lên quá trình.</a:t>
                </a:r>
                <a:r>
                  <a:rPr lang="vi-VN" sz="14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DE261C-A243-D807-3156-220C564C7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71" y="2532503"/>
                <a:ext cx="6976245" cy="2742033"/>
              </a:xfrm>
              <a:prstGeom prst="rect">
                <a:avLst/>
              </a:prstGeom>
              <a:blipFill>
                <a:blip r:embed="rId4"/>
                <a:stretch>
                  <a:fillRect b="-2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151914"/>
      </p:ext>
    </p:extLst>
  </p:cSld>
  <p:clrMapOvr>
    <a:masterClrMapping/>
  </p:clrMapOvr>
  <p:transition spd="slow">
    <p:strips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DA61B-0951-E37F-3CCF-22040D01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2EEF7A-418F-DB8C-B5B1-66CCFDE0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804BEF-7F6F-8F12-3ABF-6BE479E73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Phương pháp nghiên cứu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D15D-690E-37CC-9194-25AE05278A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9344" y="862584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vi-VN" sz="2200" b="1" dirty="0">
                <a:solidFill>
                  <a:srgbClr val="FF0000"/>
                </a:solidFill>
              </a:rPr>
              <a:t>2.</a:t>
            </a:r>
            <a:r>
              <a:rPr lang="en-US" sz="2200" b="1" dirty="0">
                <a:solidFill>
                  <a:srgbClr val="FF0000"/>
                </a:solidFill>
              </a:rPr>
              <a:t>3</a:t>
            </a:r>
            <a:r>
              <a:rPr lang="vi-VN" sz="2200" b="1" dirty="0">
                <a:solidFill>
                  <a:srgbClr val="FF0000"/>
                </a:solidFill>
              </a:rPr>
              <a:t>. Thiết kế bộ điều khiển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2000" dirty="0">
                <a:effectLst/>
              </a:rPr>
              <a:t>2.</a:t>
            </a:r>
            <a:r>
              <a:rPr lang="en-US" sz="2000" dirty="0">
                <a:effectLst/>
              </a:rPr>
              <a:t>3</a:t>
            </a:r>
            <a:r>
              <a:rPr lang="vi-VN" sz="2000" dirty="0">
                <a:effectLst/>
              </a:rPr>
              <a:t>.</a:t>
            </a:r>
            <a:r>
              <a:rPr lang="en-US" sz="2000" dirty="0">
                <a:effectLst/>
              </a:rPr>
              <a:t>2</a:t>
            </a:r>
            <a:r>
              <a:rPr lang="vi-VN" sz="2000" dirty="0">
                <a:effectLst/>
              </a:rPr>
              <a:t>.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PD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FeedForward</a:t>
            </a:r>
            <a:endParaRPr lang="vi-VN" sz="20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C337F1-00FB-A108-01D6-81CA97F04C37}"/>
                  </a:ext>
                </a:extLst>
              </p:cNvPr>
              <p:cNvSpPr txBox="1"/>
              <p:nvPr/>
            </p:nvSpPr>
            <p:spPr>
              <a:xfrm>
                <a:off x="250556" y="1793346"/>
                <a:ext cx="7259812" cy="1058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Lực </a:t>
                </a:r>
                <a:r>
                  <a:rPr lang="en-US" sz="1800" dirty="0" err="1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điều</a:t>
                </a:r>
                <a:r>
                  <a:rPr lang="en-US" sz="1800" dirty="0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800" dirty="0" err="1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khiển</a:t>
                </a:r>
                <a:r>
                  <a:rPr lang="en-US" sz="1800" dirty="0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800" dirty="0" err="1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tổng</a:t>
                </a:r>
                <a:r>
                  <a:rPr lang="en-US" sz="1800" dirty="0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800" dirty="0" err="1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quát</a:t>
                </a:r>
                <a:r>
                  <a:rPr lang="en-US" sz="1800" dirty="0"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endParaRPr lang="en-US" sz="1800" i="1" dirty="0"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i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US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                            </m:t>
                    </m:r>
                    <m:r>
                      <a:rPr lang="vi-VN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vi-VN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𝑓𝑓</m:t>
                        </m:r>
                      </m:sub>
                    </m:sSub>
                    <m:r>
                      <a:rPr lang="vi-VN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vi-VN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vi-VN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vi-VN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vi-VN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𝑑𝑒</m:t>
                        </m:r>
                        <m:d>
                          <m:d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vi-V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vi-V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C337F1-00FB-A108-01D6-81CA97F04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56" y="1793346"/>
                <a:ext cx="7259812" cy="1058944"/>
              </a:xfrm>
              <a:prstGeom prst="rect">
                <a:avLst/>
              </a:prstGeom>
              <a:blipFill>
                <a:blip r:embed="rId2"/>
                <a:stretch>
                  <a:fillRect l="-672" t="-2874" b="-2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9BDA1BD-301A-0E1A-98FE-0FD2B1023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387" y="3055249"/>
            <a:ext cx="5529225" cy="30507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6419ADC-4EFA-A872-5A8F-11BF64DD59A1}"/>
                  </a:ext>
                </a:extLst>
              </p14:cNvPr>
              <p14:cNvContentPartPr/>
              <p14:nvPr/>
            </p14:nvContentPartPr>
            <p14:xfrm>
              <a:off x="3143689" y="3913582"/>
              <a:ext cx="39600" cy="70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6419ADC-4EFA-A872-5A8F-11BF64DD59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5049" y="3904582"/>
                <a:ext cx="572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2F46FE2-63F0-1F86-65B7-DEABCB532C0E}"/>
                  </a:ext>
                </a:extLst>
              </p14:cNvPr>
              <p14:cNvContentPartPr/>
              <p14:nvPr/>
            </p14:nvContentPartPr>
            <p14:xfrm>
              <a:off x="3144049" y="3910342"/>
              <a:ext cx="39240" cy="83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2F46FE2-63F0-1F86-65B7-DEABCB532C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08409" y="3874342"/>
                <a:ext cx="1108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234CF0E-BAE0-239F-B7A0-9B49DF26FAD7}"/>
                  </a:ext>
                </a:extLst>
              </p14:cNvPr>
              <p14:cNvContentPartPr/>
              <p14:nvPr/>
            </p14:nvContentPartPr>
            <p14:xfrm>
              <a:off x="3013009" y="4534222"/>
              <a:ext cx="94320" cy="160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234CF0E-BAE0-239F-B7A0-9B49DF26FA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77369" y="4498222"/>
                <a:ext cx="1659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06CAD54-FC69-3003-E5ED-C7035B29F962}"/>
                  </a:ext>
                </a:extLst>
              </p14:cNvPr>
              <p14:cNvContentPartPr/>
              <p14:nvPr/>
            </p14:nvContentPartPr>
            <p14:xfrm>
              <a:off x="3153769" y="4628542"/>
              <a:ext cx="47880" cy="74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06CAD54-FC69-3003-E5ED-C7035B29F9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17769" y="4592542"/>
                <a:ext cx="119520" cy="14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8179885"/>
      </p:ext>
    </p:extLst>
  </p:cSld>
  <p:clrMapOvr>
    <a:masterClrMapping/>
  </p:clrMapOvr>
  <p:transition spd="slow">
    <p:strips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5C75D23-52D4-8F04-1FC8-365DE3490644}"/>
              </a:ext>
            </a:extLst>
          </p:cNvPr>
          <p:cNvSpPr txBox="1">
            <a:spLocks/>
          </p:cNvSpPr>
          <p:nvPr/>
        </p:nvSpPr>
        <p:spPr bwMode="auto">
          <a:xfrm>
            <a:off x="73764" y="1352783"/>
            <a:ext cx="8835159" cy="2302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9pPr>
          </a:lstStyle>
          <a:p>
            <a:pPr algn="just"/>
            <a:endParaRPr lang="en-US" sz="2200" b="1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Xét</a:t>
            </a:r>
            <a:r>
              <a:rPr lang="en-US" sz="22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hệ</a:t>
            </a:r>
            <a:r>
              <a:rPr lang="en-US" sz="22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quadrotor </a:t>
            </a:r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2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tay</a:t>
            </a:r>
            <a:r>
              <a:rPr lang="en-US" sz="22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endParaRPr lang="en-US" sz="2200" b="1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endParaRPr lang="en-US" sz="18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20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</a:t>
            </a:r>
            <a:r>
              <a:rPr lang="en-US" sz="2000" i="1" baseline="-25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500 g 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</a:t>
            </a:r>
            <a:r>
              <a:rPr lang="en-US" sz="2000" i="1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158 g                           </a:t>
            </a:r>
            <a:r>
              <a:rPr lang="en-US" sz="20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</a:t>
            </a:r>
            <a:r>
              <a:rPr lang="en-US" sz="2000" i="1" baseline="-25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0.2 m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</a:t>
            </a:r>
            <a:r>
              <a:rPr lang="en-US" sz="2000" i="1" baseline="-25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0.35 m </a:t>
            </a:r>
          </a:p>
          <a:p>
            <a:pPr algn="ctr"/>
            <a:r>
              <a:rPr lang="en-US" sz="20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</a:t>
            </a:r>
            <a:r>
              <a:rPr lang="en-US" sz="2000" i="1" baseline="-25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0.15    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</a:t>
            </a:r>
            <a:r>
              <a:rPr lang="en-US" sz="2000" i="1" baseline="-25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0.001                            g = 9.81 </a:t>
            </a:r>
          </a:p>
          <a:p>
            <a:pPr algn="just"/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endParaRPr lang="en-US" sz="2000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US" sz="2000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                            </a:t>
            </a:r>
          </a:p>
          <a:p>
            <a:pPr algn="just"/>
            <a:endParaRPr lang="en-US" sz="2000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F051D-9E0C-CB3E-AA3D-21128B870BF3}"/>
              </a:ext>
            </a:extLst>
          </p:cNvPr>
          <p:cNvSpPr txBox="1">
            <a:spLocks/>
          </p:cNvSpPr>
          <p:nvPr/>
        </p:nvSpPr>
        <p:spPr>
          <a:xfrm>
            <a:off x="89624" y="844441"/>
            <a:ext cx="8674100" cy="1016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3.1. Bài toán đặt ra </a:t>
            </a:r>
          </a:p>
        </p:txBody>
      </p:sp>
      <p:pic>
        <p:nvPicPr>
          <p:cNvPr id="5" name="Picture 4" descr="A diagram of a plane&#10;&#10;AI-generated content may be incorrect.">
            <a:extLst>
              <a:ext uri="{FF2B5EF4-FFF2-40B4-BE49-F238E27FC236}">
                <a16:creationId xmlns:a16="http://schemas.microsoft.com/office/drawing/2014/main" id="{13640070-899C-924F-385B-7F1545C8B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6" t="8778" r="6181" b="11945"/>
          <a:stretch>
            <a:fillRect/>
          </a:stretch>
        </p:blipFill>
        <p:spPr>
          <a:xfrm>
            <a:off x="2177351" y="3061633"/>
            <a:ext cx="4627984" cy="283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DB630DE-D95B-09A3-5E31-3720993FD864}"/>
              </a:ext>
            </a:extLst>
          </p:cNvPr>
          <p:cNvSpPr txBox="1">
            <a:spLocks/>
          </p:cNvSpPr>
          <p:nvPr/>
        </p:nvSpPr>
        <p:spPr>
          <a:xfrm>
            <a:off x="89624" y="844441"/>
            <a:ext cx="8674100" cy="1016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3.1. Bài toán đặt ra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5F0AF6-4030-DE73-5351-20323C018D1F}"/>
              </a:ext>
            </a:extLst>
          </p:cNvPr>
          <p:cNvSpPr/>
          <p:nvPr/>
        </p:nvSpPr>
        <p:spPr>
          <a:xfrm>
            <a:off x="89625" y="1352783"/>
            <a:ext cx="896475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Mô</a:t>
            </a:r>
            <a:r>
              <a:rPr lang="en-US" sz="22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phỏng</a:t>
            </a:r>
            <a:r>
              <a:rPr lang="en-US" sz="22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quadrotor </a:t>
            </a:r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2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tay</a:t>
            </a:r>
            <a:r>
              <a:rPr lang="en-US" sz="22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r>
              <a:rPr lang="en-US" sz="22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</a:t>
            </a:r>
          </a:p>
          <a:p>
            <a:endParaRPr lang="en-US" sz="2200" b="1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Giai </a:t>
            </a:r>
            <a:r>
              <a:rPr lang="en-US" sz="2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đoạn</a:t>
            </a: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1 : </a:t>
            </a:r>
            <a:r>
              <a:rPr lang="en-US" sz="2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Trước</a:t>
            </a: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endParaRPr lang="en-US" sz="20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2000" b="1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Tay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hướng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vật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mục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tiêu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Quadrotor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tới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vật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Giai </a:t>
            </a:r>
            <a:r>
              <a:rPr lang="en-US" sz="2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đoạn</a:t>
            </a: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 : Sau </a:t>
            </a:r>
            <a:r>
              <a:rPr lang="en-US" sz="2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endParaRPr lang="en-US" sz="20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000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Tay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gắp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giữ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vật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mục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tiêu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Quadrotor bay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lên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2000" b="1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2000" b="1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2000" b="1" dirty="0">
              <a:solidFill>
                <a:srgbClr val="7030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301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C9FE-216F-F280-469A-DCCB556F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8EA5F-FB25-9BE7-9064-8F2BFCD3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F005DF-C9BD-92C3-5F03-A4A9E08B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889FF5-8842-6F1E-9123-A4599536381C}"/>
              </a:ext>
            </a:extLst>
          </p:cNvPr>
          <p:cNvSpPr txBox="1">
            <a:spLocks/>
          </p:cNvSpPr>
          <p:nvPr/>
        </p:nvSpPr>
        <p:spPr>
          <a:xfrm>
            <a:off x="89624" y="844441"/>
            <a:ext cx="8674100" cy="1016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3.1. Bài toán đặt ra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E0FAD5-34A1-6104-0FBE-89E9C63111A0}"/>
                  </a:ext>
                </a:extLst>
              </p:cNvPr>
              <p:cNvSpPr/>
              <p:nvPr/>
            </p:nvSpPr>
            <p:spPr>
              <a:xfrm>
                <a:off x="89625" y="1352783"/>
                <a:ext cx="8964752" cy="51299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err="1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Mô</a:t>
                </a:r>
                <a:r>
                  <a:rPr lang="en-US" sz="2000" b="1" dirty="0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b="1" dirty="0" err="1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phỏng</a:t>
                </a:r>
                <a:r>
                  <a:rPr lang="en-US" sz="2000" b="1" dirty="0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quadrotor </a:t>
                </a:r>
                <a:r>
                  <a:rPr lang="en-US" sz="2000" b="1" dirty="0" err="1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và</a:t>
                </a:r>
                <a:r>
                  <a:rPr lang="en-US" sz="2000" b="1" dirty="0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b="1" dirty="0" err="1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tay</a:t>
                </a:r>
                <a:r>
                  <a:rPr lang="en-US" sz="2000" b="1" dirty="0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b="1" dirty="0" err="1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gắp</a:t>
                </a:r>
                <a:r>
                  <a:rPr lang="en-US" sz="2000" b="1" dirty="0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:</a:t>
                </a:r>
                <a:endParaRPr lang="en-US" sz="2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2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US" sz="2000" b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Với</a:t>
                </a:r>
                <a:r>
                  <a:rPr lang="en-US" sz="20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b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hàm</a:t>
                </a:r>
                <a:r>
                  <a:rPr lang="en-US" sz="20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chi </a:t>
                </a:r>
                <a:r>
                  <a:rPr lang="en-US" sz="2000" b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phí</a:t>
                </a:r>
                <a:r>
                  <a:rPr lang="en-US" sz="20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: </a:t>
                </a:r>
                <a:endParaRPr lang="en-US" sz="2000" b="1" dirty="0">
                  <a:solidFill>
                    <a:srgbClr val="7030A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j</m:t>
                          </m:r>
                        </m:sub>
                      </m:sSub>
                      <m:d>
                        <m:d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τ</m:t>
                          </m:r>
                        </m:e>
                      </m:d>
                      <m:r>
                        <a:rPr lang="en-US" sz="2000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k</m:t>
                          </m:r>
                          <m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j</m:t>
                              </m:r>
                              <m:r>
                                <a:rPr lang="en-US" sz="2000" b="0" i="0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sz="2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0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7030A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Giai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đoạn</a:t>
                </a:r>
                <a:r>
                  <a:rPr lang="en-US" sz="2000" b="1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1 :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Trước</a:t>
                </a:r>
                <a:r>
                  <a:rPr lang="en-US" sz="2000" b="1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khi</a:t>
                </a:r>
                <a:r>
                  <a:rPr lang="en-US" sz="2000" b="1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gắp</a:t>
                </a:r>
                <a:endParaRPr lang="en-US" sz="20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2000" b="1" dirty="0">
                  <a:solidFill>
                    <a:srgbClr val="7030A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p</m:t>
                          </m:r>
                        </m:e>
                        <m:sub>
                          <m: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0</m:t>
                          </m:r>
                        </m:e>
                      </m:d>
                      <m:r>
                        <a:rPr lang="pt-BR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pt-B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p</m:t>
                          </m:r>
                        </m:e>
                        <m:sub>
                          <m: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,  </m:t>
                      </m:r>
                      <m:sSubSup>
                        <m:sSubSupPr>
                          <m:ctrlPr>
                            <a:rPr lang="pt-B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p</m:t>
                          </m:r>
                        </m:e>
                        <m:sub>
                          <m: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pt-BR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20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r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pt-B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0</m:t>
                          </m:r>
                        </m:e>
                      </m:d>
                      <m:r>
                        <a:rPr lang="pt-BR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=0,</m:t>
                      </m:r>
                      <m: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pt-BR" sz="2000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r</m:t>
                      </m:r>
                      <m:r>
                        <a:rPr lang="pt-BR" sz="2000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=1,2,3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mbria Math" panose="02040503050406030204" pitchFamily="18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p</m:t>
                          </m:r>
                        </m:e>
                        <m:sub>
                          <m:r>
                            <a:rPr lang="pt-BR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20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pt-BR" sz="20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pick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mbria Math" panose="02040503050406030204" pitchFamily="18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US" sz="20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Giai </a:t>
                </a:r>
                <a:r>
                  <a:rPr lang="en-US" sz="2000" b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đoạn</a:t>
                </a:r>
                <a:r>
                  <a:rPr lang="en-US" sz="20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2 : Sau </a:t>
                </a:r>
                <a:r>
                  <a:rPr lang="en-US" sz="2000" b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khi</a:t>
                </a:r>
                <a:r>
                  <a:rPr lang="en-US" sz="20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b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gắp</a:t>
                </a:r>
                <a:endParaRPr lang="en-US" sz="2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US" sz="2000" b="1" dirty="0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000" b="0" i="1" dirty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p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 dirty="0"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2000" b="0" i="1" dirty="0"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dirty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dirty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p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000" dirty="0"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000" i="1" dirty="0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,         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𝑝</m:t>
                        </m:r>
                      </m:e>
                      <m:sub>
                        <m:r>
                          <a:rPr lang="pt-BR" sz="2000" b="0" i="1" dirty="0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pt-BR" sz="2000" i="1" dirty="0" smtClean="0"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dPr>
                          <m:e>
                            <m:r>
                              <a:rPr lang="pt-BR" sz="2000" b="0" i="1" dirty="0" smtClean="0"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𝑟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pt-BR" sz="2000" i="1" dirty="0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 dirty="0" smtClean="0"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pt-BR" sz="2000" b="0" i="1" dirty="0" smtClean="0"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pt-BR" sz="2000" b="0" i="1" dirty="0" smtClean="0"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000" b="0" i="1" dirty="0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=0,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     </m:t>
                    </m:r>
                    <m:r>
                      <a:rPr lang="pt-BR" sz="2000" b="0" i="1" dirty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𝑟</m:t>
                    </m:r>
                    <m:r>
                      <a:rPr lang="pt-BR" sz="2000" b="0" i="1" dirty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=1,2,3.</m:t>
                    </m:r>
                  </m:oMath>
                </a14:m>
                <a:endParaRPr lang="en-US" sz="2000" dirty="0"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2000" dirty="0">
                  <a:solidFill>
                    <a:srgbClr val="7030A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2000" dirty="0">
                  <a:solidFill>
                    <a:srgbClr val="7030A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2000" b="1" dirty="0">
                  <a:solidFill>
                    <a:srgbClr val="7030A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E0FAD5-34A1-6104-0FBE-89E9C6311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25" y="1352783"/>
                <a:ext cx="8964752" cy="5129930"/>
              </a:xfrm>
              <a:prstGeom prst="rect">
                <a:avLst/>
              </a:prstGeom>
              <a:blipFill>
                <a:blip r:embed="rId2"/>
                <a:stretch>
                  <a:fillRect l="-748" t="-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2850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7BAAD-B653-C2C9-33C6-DD93003A5AC9}"/>
              </a:ext>
            </a:extLst>
          </p:cNvPr>
          <p:cNvSpPr txBox="1">
            <a:spLocks/>
          </p:cNvSpPr>
          <p:nvPr/>
        </p:nvSpPr>
        <p:spPr>
          <a:xfrm>
            <a:off x="-20671" y="843837"/>
            <a:ext cx="8674100" cy="1016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3.1. Bài toán đặt ra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832F645-4747-4DDD-8A07-CDB381016FE6}"/>
                  </a:ext>
                </a:extLst>
              </p:cNvPr>
              <p:cNvSpPr/>
              <p:nvPr/>
            </p:nvSpPr>
            <p:spPr>
              <a:xfrm>
                <a:off x="235077" y="1142059"/>
                <a:ext cx="8964752" cy="44822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vi-VN" sz="2000" b="1" dirty="0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Bộ điều khiển PD</a:t>
                </a:r>
                <a:r>
                  <a:rPr lang="en-US" sz="2000" b="1" dirty="0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+ </a:t>
                </a:r>
                <a:r>
                  <a:rPr lang="en-US" sz="2000" b="1" dirty="0" err="1">
                    <a:solidFill>
                      <a:srgbClr val="7030A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FeedForward</a:t>
                </a:r>
                <a:endParaRPr lang="en-US" sz="2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2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US" sz="2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Vecto</a:t>
                </a:r>
                <a:r>
                  <a:rPr lang="en-US" sz="2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biến</a:t>
                </a:r>
                <a:r>
                  <a:rPr lang="en-US" sz="2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điều</a:t>
                </a:r>
                <a:r>
                  <a:rPr lang="en-US" sz="2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khiển</a:t>
                </a:r>
                <a:r>
                  <a:rPr lang="en-US" sz="2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:</a:t>
                </a:r>
              </a:p>
              <a:p>
                <a:endParaRPr lang="en-US" sz="2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i="1" dirty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𝑢</m:t>
                      </m:r>
                      <m:r>
                        <a:rPr lang="pl-PL" sz="2000" i="1" dirty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000" i="1" dirty="0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l-PL" sz="2000" i="1" dirty="0" smtClean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000" i="1" dirty="0" smtClean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 dirty="0" smtClean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l-PL" sz="2000" i="1" dirty="0" smtClean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pl-PL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l-PL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l-PL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pl-PL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,</m:t>
                              </m:r>
                              <m:r>
                                <a:rPr lang="pl-PL" sz="2000" i="1" dirty="0" smtClean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 </m:t>
                              </m:r>
                              <m:r>
                                <a:rPr lang="pl-PL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𝜏</m:t>
                              </m:r>
                            </m:e>
                          </m:d>
                        </m:e>
                        <m:sup>
                          <m:r>
                            <a:rPr lang="pl-PL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2000" dirty="0">
                  <a:solidFill>
                    <a:srgbClr val="7030A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US" sz="2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Lực </a:t>
                </a:r>
                <a:r>
                  <a:rPr lang="en-US" sz="2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điều</a:t>
                </a:r>
                <a:r>
                  <a:rPr lang="en-US" sz="2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2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khiển</a:t>
                </a:r>
                <a:r>
                  <a:rPr lang="en-US" sz="2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:</a:t>
                </a:r>
              </a:p>
              <a:p>
                <a:endParaRPr lang="en-US" sz="2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u</m:t>
                          </m:r>
                        </m:e>
                        <m:sub>
                          <m: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t</m:t>
                          </m:r>
                        </m:e>
                      </m:d>
                      <m: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u</m:t>
                          </m:r>
                        </m:e>
                        <m:sub>
                          <m: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d</m:t>
                          </m:r>
                        </m:sup>
                      </m:sSubSup>
                      <m:d>
                        <m:d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t</m:t>
                          </m:r>
                        </m:e>
                      </m:d>
                      <m: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k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z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z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t</m:t>
                          </m:r>
                        </m:e>
                      </m:d>
                      <m:r>
                        <a:rPr lang="en-US" sz="2000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k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z</m:t>
                              </m:r>
                            </m:sub>
                          </m:sSub>
                        </m:sub>
                      </m:sSub>
                      <m:acc>
                        <m:accPr>
                          <m:chr m:val="̇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z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t</m:t>
                          </m:r>
                        </m:e>
                      </m:d>
                      <m:r>
                        <a:rPr lang="en-US" sz="2000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.</m:t>
                      </m:r>
                    </m:oMath>
                  </m:oMathPara>
                </a14:m>
                <a:endParaRPr lang="en-US" sz="2000" b="0" i="0" dirty="0">
                  <a:solidFill>
                    <a:schemeClr val="tx1"/>
                  </a:solidFill>
                  <a:latin typeface="Cambria Math" panose="02040503050406030204" pitchFamily="18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2000" b="0" i="0" dirty="0">
                  <a:solidFill>
                    <a:schemeClr val="tx1"/>
                  </a:solidFill>
                  <a:latin typeface="Cambria Math" panose="02040503050406030204" pitchFamily="18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u</m:t>
                          </m:r>
                        </m:e>
                        <m:sub>
                          <m: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t</m:t>
                          </m:r>
                        </m:e>
                      </m:d>
                      <m:r>
                        <a:rPr lang="en-US" sz="2000" i="0" dirty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u</m:t>
                          </m:r>
                        </m:e>
                        <m:sub>
                          <m: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d</m:t>
                          </m:r>
                        </m:sup>
                      </m:sSubSup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t</m:t>
                          </m:r>
                        </m:e>
                      </m:d>
                      <m:r>
                        <a:rPr lang="en-US" sz="2000" i="0" dirty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k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θ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t</m:t>
                          </m:r>
                        </m:e>
                      </m:d>
                      <m:r>
                        <a:rPr lang="en-US" sz="2000" i="0" dirty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k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θ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e</m:t>
                          </m:r>
                        </m:e>
                        <m:sub>
                          <m:acc>
                            <m:accPr>
                              <m:chr m:val="̇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 i="0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θ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t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.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2000" i="1" dirty="0">
                  <a:latin typeface="Cambria Math" panose="02040503050406030204" pitchFamily="18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 dirty="0" err="1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 dirty="0" err="1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𝜏</m:t>
                          </m:r>
                        </m:e>
                        <m:sup>
                          <m:r>
                            <a:rPr lang="en-US" sz="2000" i="1" dirty="0" err="1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𝑑</m:t>
                          </m:r>
                        </m:sup>
                      </m:sSup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𝑠</m:t>
                          </m:r>
                        </m:den>
                      </m:f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𝑘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𝛽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lit/>
                            </m:rP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𝛽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𝑘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𝛽</m:t>
                                  </m:r>
                                </m:sub>
                              </m:sSub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.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832F645-4747-4DDD-8A07-CDB381016F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7" y="1142059"/>
                <a:ext cx="8964752" cy="4482253"/>
              </a:xfrm>
              <a:prstGeom prst="rect">
                <a:avLst/>
              </a:prstGeom>
              <a:blipFill>
                <a:blip r:embed="rId2"/>
                <a:stretch>
                  <a:fillRect l="-748" t="-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229705"/>
      </p:ext>
    </p:extLst>
  </p:cSld>
  <p:clrMapOvr>
    <a:masterClrMapping/>
  </p:clrMapOvr>
  <p:transition spd="slow">
    <p:strips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 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24EE75E-56E9-2CEA-9E1B-498ED1BFB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823" y="821635"/>
            <a:ext cx="8674100" cy="1352398"/>
          </a:xfrm>
        </p:spPr>
        <p:txBody>
          <a:bodyPr/>
          <a:lstStyle/>
          <a:p>
            <a:pPr marL="0" indent="0">
              <a:buNone/>
            </a:pPr>
            <a:r>
              <a:rPr lang="vi-VN" sz="2200" b="1" dirty="0">
                <a:solidFill>
                  <a:srgbClr val="FF0000"/>
                </a:solidFill>
              </a:rPr>
              <a:t>3.2. </a:t>
            </a:r>
            <a:r>
              <a:rPr lang="en-US" sz="2200" b="1" dirty="0" err="1">
                <a:solidFill>
                  <a:srgbClr val="FF0000"/>
                </a:solidFill>
              </a:rPr>
              <a:t>Kết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quả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mô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phỏng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endParaRPr lang="vi-VN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sz="2000" dirty="0"/>
              <a:t>3.2.</a:t>
            </a:r>
            <a:r>
              <a:rPr lang="en-US" sz="2000" dirty="0"/>
              <a:t>1</a:t>
            </a:r>
            <a:r>
              <a:rPr lang="vi-VN" sz="2000" dirty="0"/>
              <a:t>. </a:t>
            </a:r>
            <a:r>
              <a:rPr lang="en-US" sz="2000" dirty="0" err="1"/>
              <a:t>Quỹ</a:t>
            </a:r>
            <a:r>
              <a:rPr lang="en-US" sz="2000" dirty="0"/>
              <a:t> </a:t>
            </a:r>
            <a:r>
              <a:rPr lang="en-US" sz="2000" dirty="0" err="1"/>
              <a:t>đạo</a:t>
            </a:r>
            <a:r>
              <a:rPr lang="en-US" sz="2000" dirty="0"/>
              <a:t> </a:t>
            </a:r>
            <a:r>
              <a:rPr lang="en-US" sz="2000" dirty="0" err="1"/>
              <a:t>mong</a:t>
            </a:r>
            <a:r>
              <a:rPr lang="en-US" sz="2000" dirty="0"/>
              <a:t> </a:t>
            </a:r>
            <a:r>
              <a:rPr lang="en-US" sz="2000" dirty="0" err="1"/>
              <a:t>muốn</a:t>
            </a:r>
            <a:endParaRPr lang="vi-V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765A81-18ED-CD34-67FB-84B9C263D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43" y="1951038"/>
            <a:ext cx="8488660" cy="363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78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AC4E-32D6-007D-C737-BC3A9F32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5C7F1A-3579-A912-503F-A1157A26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16A6BE-B64D-E427-354B-0500F083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 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EA65ACF-11C8-553A-B5B0-321C69D83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823" y="821635"/>
            <a:ext cx="8674100" cy="1352398"/>
          </a:xfrm>
        </p:spPr>
        <p:txBody>
          <a:bodyPr/>
          <a:lstStyle/>
          <a:p>
            <a:pPr marL="0" indent="0">
              <a:buNone/>
            </a:pPr>
            <a:r>
              <a:rPr lang="vi-VN" sz="2200" b="1" dirty="0">
                <a:solidFill>
                  <a:srgbClr val="FF0000"/>
                </a:solidFill>
              </a:rPr>
              <a:t>3.2. </a:t>
            </a:r>
            <a:r>
              <a:rPr lang="en-US" sz="2200" b="1" dirty="0" err="1">
                <a:solidFill>
                  <a:srgbClr val="FF0000"/>
                </a:solidFill>
              </a:rPr>
              <a:t>Kết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quả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mô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phỏng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endParaRPr lang="vi-VN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sz="2000" dirty="0"/>
              <a:t>3.2.</a:t>
            </a:r>
            <a:r>
              <a:rPr lang="en-US" sz="2000" dirty="0"/>
              <a:t>2</a:t>
            </a:r>
            <a:r>
              <a:rPr lang="vi-VN" sz="2000" dirty="0"/>
              <a:t>.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phỏng</a:t>
            </a:r>
            <a:r>
              <a:rPr lang="en-US" sz="2000" dirty="0"/>
              <a:t> 2D </a:t>
            </a:r>
          </a:p>
          <a:p>
            <a:pPr marL="0" indent="0">
              <a:buNone/>
            </a:pPr>
            <a:endParaRPr lang="vi-VN" sz="2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A750C4B-20C0-B3ED-C055-38397AB03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980" y="3004938"/>
            <a:ext cx="3372629" cy="177530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FA1F09-70F6-51B2-BD3A-A3D48470E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0" y="1717746"/>
            <a:ext cx="2445343" cy="128719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B86FDAB-7C92-C851-F691-A66B237E2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295" y="1717745"/>
            <a:ext cx="2445344" cy="128719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1AB69E9-953B-D22C-BBB6-C31BDC9384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922" y="1661928"/>
            <a:ext cx="2746559" cy="144574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38E86E9-1AD9-DF46-5BD4-503493071C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479" y="3188738"/>
            <a:ext cx="2715001" cy="14291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4DDB2D6-80EB-F452-04D2-9F9D88D868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918" y="4880431"/>
            <a:ext cx="2715005" cy="142913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C3E81E7-BD2A-532D-724E-D75D2A8CEE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295" y="4880431"/>
            <a:ext cx="2715005" cy="142913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8A7E60F-09C0-B0BE-B6D6-57824328E3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69" y="4880431"/>
            <a:ext cx="2445344" cy="128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9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8231F-602C-63FD-F652-74FD32E5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4536F6-C92D-7AAF-96CB-2452B0E3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668B1D-CE90-1D01-B551-F0D66582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 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2C80219-734D-7737-4EA9-3FDE33E3BC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823" y="821635"/>
            <a:ext cx="8674100" cy="1352398"/>
          </a:xfrm>
        </p:spPr>
        <p:txBody>
          <a:bodyPr/>
          <a:lstStyle/>
          <a:p>
            <a:pPr marL="0" indent="0">
              <a:buNone/>
            </a:pPr>
            <a:r>
              <a:rPr lang="vi-VN" sz="2200" b="1" dirty="0">
                <a:solidFill>
                  <a:srgbClr val="FF0000"/>
                </a:solidFill>
              </a:rPr>
              <a:t>3.2. </a:t>
            </a:r>
            <a:r>
              <a:rPr lang="en-US" sz="2200" b="1" dirty="0" err="1">
                <a:solidFill>
                  <a:srgbClr val="FF0000"/>
                </a:solidFill>
              </a:rPr>
              <a:t>Kết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quả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mô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phỏng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endParaRPr lang="vi-VN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sz="2000" dirty="0"/>
              <a:t>3.2.</a:t>
            </a:r>
            <a:r>
              <a:rPr lang="en-US" sz="2000" dirty="0"/>
              <a:t>3</a:t>
            </a:r>
            <a:r>
              <a:rPr lang="vi-VN" sz="2000" dirty="0"/>
              <a:t>.</a:t>
            </a:r>
            <a:r>
              <a:rPr lang="en-US" sz="2000" dirty="0"/>
              <a:t> So </a:t>
            </a:r>
            <a:r>
              <a:rPr lang="en-US" sz="2000" dirty="0" err="1"/>
              <a:t>sánh</a:t>
            </a:r>
            <a:r>
              <a:rPr lang="en-US" sz="2000" dirty="0"/>
              <a:t> </a:t>
            </a:r>
            <a:r>
              <a:rPr lang="en-US" sz="2000" dirty="0" err="1"/>
              <a:t>sai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vi-V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E80B59-C630-7276-764D-05F4E537A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494" y="1770747"/>
            <a:ext cx="5732758" cy="42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78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7342-308A-EF0D-D3EA-0B10EB3F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C96908-EF30-5F8A-8C90-1C766E4E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8D785-34CC-AF08-2842-D3792BBB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 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5C1A2DC-93B0-9825-F151-135C343251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823" y="821635"/>
            <a:ext cx="8674100" cy="1352398"/>
          </a:xfrm>
        </p:spPr>
        <p:txBody>
          <a:bodyPr/>
          <a:lstStyle/>
          <a:p>
            <a:pPr marL="0" indent="0">
              <a:buNone/>
            </a:pPr>
            <a:r>
              <a:rPr lang="vi-VN" sz="2200" b="1" dirty="0">
                <a:solidFill>
                  <a:srgbClr val="FF0000"/>
                </a:solidFill>
              </a:rPr>
              <a:t>3.2. </a:t>
            </a:r>
            <a:r>
              <a:rPr lang="en-US" sz="2200" b="1" dirty="0" err="1">
                <a:solidFill>
                  <a:srgbClr val="FF0000"/>
                </a:solidFill>
              </a:rPr>
              <a:t>Kết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quả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mô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phỏng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endParaRPr lang="vi-VN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sz="2000" dirty="0"/>
              <a:t>3.2.</a:t>
            </a:r>
            <a:r>
              <a:rPr lang="en-US" sz="2000" dirty="0"/>
              <a:t>3</a:t>
            </a:r>
            <a:r>
              <a:rPr lang="vi-VN" sz="2000" dirty="0"/>
              <a:t>.</a:t>
            </a:r>
            <a:r>
              <a:rPr lang="en-US" sz="2000" dirty="0"/>
              <a:t> So </a:t>
            </a:r>
            <a:r>
              <a:rPr lang="en-US" sz="2000" dirty="0" err="1"/>
              <a:t>sánh</a:t>
            </a:r>
            <a:r>
              <a:rPr lang="en-US" sz="2000" dirty="0"/>
              <a:t> </a:t>
            </a:r>
            <a:r>
              <a:rPr lang="en-US" sz="2000" dirty="0" err="1"/>
              <a:t>sai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vi-V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55D72-FD16-9CFB-6056-70E6795D2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840" y="1794890"/>
            <a:ext cx="5952066" cy="443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43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4107-2083-453E-1BD6-B1E0F304B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4F7B35-FABE-B34D-1E62-3C269DB0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22B4B2-0D06-6CE9-06EB-B3CDBF57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 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3A891B7-C746-E06A-0224-504B1E0A1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823" y="821635"/>
            <a:ext cx="8674100" cy="1352398"/>
          </a:xfrm>
        </p:spPr>
        <p:txBody>
          <a:bodyPr/>
          <a:lstStyle/>
          <a:p>
            <a:pPr marL="0" indent="0">
              <a:buNone/>
            </a:pPr>
            <a:r>
              <a:rPr lang="vi-VN" sz="2200" b="1" dirty="0">
                <a:solidFill>
                  <a:srgbClr val="FF0000"/>
                </a:solidFill>
              </a:rPr>
              <a:t>3.2. </a:t>
            </a:r>
            <a:r>
              <a:rPr lang="en-US" sz="2200" b="1" dirty="0" err="1">
                <a:solidFill>
                  <a:srgbClr val="FF0000"/>
                </a:solidFill>
              </a:rPr>
              <a:t>Kết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quả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mô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phỏng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endParaRPr lang="vi-VN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sz="2000" dirty="0"/>
              <a:t>3.2</a:t>
            </a:r>
            <a:r>
              <a:rPr lang="en-US" sz="2000" dirty="0"/>
              <a:t>.4 So </a:t>
            </a:r>
            <a:r>
              <a:rPr lang="en-US" sz="2000" dirty="0" err="1"/>
              <a:t>sánh</a:t>
            </a:r>
            <a:r>
              <a:rPr lang="en-US" sz="2000" dirty="0"/>
              <a:t> </a:t>
            </a:r>
            <a:r>
              <a:rPr lang="en-US" sz="2000" dirty="0" err="1"/>
              <a:t>sai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chiều</a:t>
            </a:r>
            <a:r>
              <a:rPr lang="en-US" sz="2000" dirty="0"/>
              <a:t> </a:t>
            </a:r>
            <a:r>
              <a:rPr lang="en-US" sz="2000" dirty="0" err="1"/>
              <a:t>dài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1800" dirty="0"/>
              <a:t>Các </a:t>
            </a:r>
            <a:r>
              <a:rPr lang="en-US" sz="1800" dirty="0" err="1"/>
              <a:t>chiều</a:t>
            </a:r>
            <a:r>
              <a:rPr lang="en-US" sz="1800" dirty="0"/>
              <a:t> </a:t>
            </a:r>
            <a:r>
              <a:rPr lang="en-US" sz="1800" dirty="0" err="1"/>
              <a:t>dài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khoảng</a:t>
            </a:r>
            <a:r>
              <a:rPr lang="en-US" sz="1800" dirty="0"/>
              <a:t> 10-20% so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L_g</a:t>
            </a:r>
            <a:r>
              <a:rPr lang="en-US" sz="1800" dirty="0"/>
              <a:t> = 0.35</a:t>
            </a:r>
          </a:p>
          <a:p>
            <a:pPr marL="0" indent="0">
              <a:buNone/>
            </a:pPr>
            <a:endParaRPr lang="vi-V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75281-2E40-9C17-7613-F68828098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65" y="2770360"/>
            <a:ext cx="4143831" cy="3081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BF753B-EB35-1A04-1D43-AC22E975F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769645"/>
            <a:ext cx="4143831" cy="308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05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D82D6-8A9E-E6C2-CF6E-EF279CF5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1E2D19-FC3B-3110-B126-20C35ED3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993C3A-7B60-B626-9D6C-CCA9D101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 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2B6A092-82BB-93F1-2DA4-BDC75E6514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823" y="821635"/>
            <a:ext cx="8674100" cy="1352398"/>
          </a:xfrm>
        </p:spPr>
        <p:txBody>
          <a:bodyPr/>
          <a:lstStyle/>
          <a:p>
            <a:pPr marL="0" indent="0">
              <a:buNone/>
            </a:pPr>
            <a:r>
              <a:rPr lang="vi-VN" sz="2200" b="1" dirty="0">
                <a:solidFill>
                  <a:srgbClr val="FF0000"/>
                </a:solidFill>
              </a:rPr>
              <a:t>3.2. </a:t>
            </a:r>
            <a:r>
              <a:rPr lang="en-US" sz="2200" b="1" dirty="0" err="1">
                <a:solidFill>
                  <a:srgbClr val="FF0000"/>
                </a:solidFill>
              </a:rPr>
              <a:t>Kết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quả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mô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phỏng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endParaRPr lang="vi-VN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sz="2000" dirty="0"/>
              <a:t>3.2</a:t>
            </a:r>
            <a:r>
              <a:rPr lang="en-US" sz="2000" dirty="0"/>
              <a:t>.4 So </a:t>
            </a:r>
            <a:r>
              <a:rPr lang="en-US" sz="2000" dirty="0" err="1"/>
              <a:t>sánh</a:t>
            </a:r>
            <a:r>
              <a:rPr lang="en-US" sz="2000" dirty="0"/>
              <a:t> </a:t>
            </a:r>
            <a:r>
              <a:rPr lang="en-US" sz="2000" dirty="0" err="1"/>
              <a:t>sai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chiều</a:t>
            </a:r>
            <a:r>
              <a:rPr lang="en-US" sz="2000" dirty="0"/>
              <a:t> </a:t>
            </a:r>
            <a:r>
              <a:rPr lang="en-US" sz="2000" dirty="0" err="1"/>
              <a:t>dài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1800" dirty="0"/>
              <a:t>Các </a:t>
            </a:r>
            <a:r>
              <a:rPr lang="en-US" sz="1800" dirty="0" err="1"/>
              <a:t>chiều</a:t>
            </a:r>
            <a:r>
              <a:rPr lang="en-US" sz="1800" dirty="0"/>
              <a:t> </a:t>
            </a:r>
            <a:r>
              <a:rPr lang="en-US" sz="1800" dirty="0" err="1"/>
              <a:t>dài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khoảng</a:t>
            </a:r>
            <a:r>
              <a:rPr lang="en-US" sz="1800" dirty="0"/>
              <a:t> 10-20% so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L_g</a:t>
            </a:r>
            <a:r>
              <a:rPr lang="en-US" sz="1800" dirty="0"/>
              <a:t> = 0.35</a:t>
            </a:r>
          </a:p>
          <a:p>
            <a:pPr marL="0" indent="0">
              <a:buNone/>
            </a:pPr>
            <a:endParaRPr lang="vi-V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B450CF-01AA-49A8-C7B7-C964FE878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988" y="2611430"/>
            <a:ext cx="4335769" cy="322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81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2B29-0998-44A4-9DB3-D3ACBAFE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99AB49-5283-F1E3-ACE3-ECAC8AF0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596FF8-058A-5B65-2B6D-C544C904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 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6F54A6A-2065-2657-D960-F0461B3F57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823" y="821635"/>
            <a:ext cx="8674100" cy="1352398"/>
          </a:xfrm>
        </p:spPr>
        <p:txBody>
          <a:bodyPr/>
          <a:lstStyle/>
          <a:p>
            <a:pPr marL="0" indent="0">
              <a:buNone/>
            </a:pPr>
            <a:r>
              <a:rPr lang="vi-VN" sz="2200" b="1" dirty="0">
                <a:solidFill>
                  <a:srgbClr val="FF0000"/>
                </a:solidFill>
              </a:rPr>
              <a:t>3.2. </a:t>
            </a:r>
            <a:r>
              <a:rPr lang="en-US" sz="2200" b="1" dirty="0" err="1">
                <a:solidFill>
                  <a:srgbClr val="FF0000"/>
                </a:solidFill>
              </a:rPr>
              <a:t>Kết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quả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mô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phỏng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endParaRPr lang="vi-VN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sz="2000" dirty="0"/>
              <a:t>3.2</a:t>
            </a:r>
            <a:r>
              <a:rPr lang="en-US" sz="2000" dirty="0"/>
              <a:t>.4 So </a:t>
            </a:r>
            <a:r>
              <a:rPr lang="en-US" sz="2000" dirty="0" err="1"/>
              <a:t>sánh</a:t>
            </a:r>
            <a:r>
              <a:rPr lang="en-US" sz="2000" dirty="0"/>
              <a:t> </a:t>
            </a:r>
            <a:r>
              <a:rPr lang="en-US" sz="2000" dirty="0" err="1"/>
              <a:t>sai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PD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endParaRPr lang="vi-V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2048D-3CE9-A67E-6CCC-024363308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7" y="3261525"/>
            <a:ext cx="3866877" cy="2880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22EE14-85A2-417E-6862-EF7F75945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39" y="3261525"/>
            <a:ext cx="4938984" cy="29387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14C286-D26B-4D1E-FD68-F315EE80E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494" y="1675541"/>
            <a:ext cx="4106476" cy="136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58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775C1-C494-B752-D520-CE81ECE0F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09774-A8DC-16AC-A9C9-DD60CFE5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6F170C-8F8C-AE5B-D41B-47DBEC29E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 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8220A47-865C-72E0-775C-A1DC6A19D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823" y="821635"/>
            <a:ext cx="8674100" cy="1352398"/>
          </a:xfrm>
        </p:spPr>
        <p:txBody>
          <a:bodyPr/>
          <a:lstStyle/>
          <a:p>
            <a:pPr marL="0" indent="0">
              <a:buNone/>
            </a:pPr>
            <a:r>
              <a:rPr lang="vi-VN" sz="2200" b="1" dirty="0">
                <a:solidFill>
                  <a:srgbClr val="FF0000"/>
                </a:solidFill>
              </a:rPr>
              <a:t>3.2. </a:t>
            </a:r>
            <a:r>
              <a:rPr lang="en-US" sz="2200" b="1" dirty="0" err="1">
                <a:solidFill>
                  <a:srgbClr val="FF0000"/>
                </a:solidFill>
              </a:rPr>
              <a:t>Kết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quả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mô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phỏng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endParaRPr lang="vi-VN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sz="2000" dirty="0"/>
              <a:t>3.2</a:t>
            </a:r>
            <a:r>
              <a:rPr lang="en-US" sz="2000" dirty="0"/>
              <a:t>.4 So </a:t>
            </a:r>
            <a:r>
              <a:rPr lang="en-US" sz="2000" dirty="0" err="1"/>
              <a:t>sánh</a:t>
            </a:r>
            <a:r>
              <a:rPr lang="en-US" sz="2000" dirty="0"/>
              <a:t> </a:t>
            </a:r>
            <a:r>
              <a:rPr lang="en-US" sz="2000" dirty="0" err="1"/>
              <a:t>sai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PD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endParaRPr lang="vi-V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54209-E4D3-872B-D33B-09B516D43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379" y="2267217"/>
            <a:ext cx="5704987" cy="339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04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B9ACB-2089-9535-FC0B-16ACC256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E59FEF-D5F5-6F2A-0ED2-162D5163F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5880D4-EA31-FED2-F041-80E19682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Mô phỏng và kết quả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C1E6C-2590-8BCA-A4BE-C58848CE01CA}"/>
              </a:ext>
            </a:extLst>
          </p:cNvPr>
          <p:cNvSpPr txBox="1"/>
          <p:nvPr/>
        </p:nvSpPr>
        <p:spPr>
          <a:xfrm>
            <a:off x="235077" y="909142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2200" b="1" dirty="0">
                <a:solidFill>
                  <a:srgbClr val="FF0000"/>
                </a:solidFill>
              </a:rPr>
              <a:t>3.3. Nhận xét chung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EB7FB-0AA5-FE2C-BC59-6800076474E6}"/>
              </a:ext>
            </a:extLst>
          </p:cNvPr>
          <p:cNvSpPr txBox="1"/>
          <p:nvPr/>
        </p:nvSpPr>
        <p:spPr>
          <a:xfrm>
            <a:off x="329989" y="1547063"/>
            <a:ext cx="8194876" cy="3696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Quỹ đạo được sinh bằng QP, bảo đảm tính trơn và thỏa mãn ràng buộc động lực học.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PD + Feedforward giúp bù động lực học, phản ứng nhanh và triệt tiêu dao động.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Mô phỏng cho thấy hệ bám sát quỹ đạo mong muốn, sai số nhỏ và ổn định.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56449197"/>
      </p:ext>
    </p:extLst>
  </p:cSld>
  <p:clrMapOvr>
    <a:masterClrMapping/>
  </p:clrMapOvr>
  <p:transition spd="slow">
    <p:strips dir="r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Kết luận và hướng phát triển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363" y="904462"/>
            <a:ext cx="7869273" cy="339918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vi-VN" sz="2200" b="1" dirty="0">
                <a:solidFill>
                  <a:srgbClr val="FF0000"/>
                </a:solidFill>
                <a:effectLst/>
              </a:rPr>
              <a:t>Kết quả đạt được:</a:t>
            </a:r>
            <a:endParaRPr lang="vi-VN" sz="220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vi-VN" sz="2000" dirty="0">
                <a:effectLst/>
              </a:rPr>
              <a:t>Mô hình hóa được hệ </a:t>
            </a:r>
            <a:r>
              <a:rPr lang="en-US" sz="2000" dirty="0">
                <a:effectLst/>
              </a:rPr>
              <a:t>quadrotor </a:t>
            </a:r>
            <a:r>
              <a:rPr lang="en-US" sz="2000" dirty="0" err="1">
                <a:effectLst/>
              </a:rPr>
              <a:t>và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tay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gắp</a:t>
            </a:r>
            <a:endParaRPr lang="en-US" sz="200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sz="2000" dirty="0" err="1"/>
              <a:t>Ứng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thành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bài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QP</a:t>
            </a:r>
            <a:endParaRPr lang="en-US" sz="200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vi-VN" sz="2000" dirty="0">
                <a:effectLst/>
              </a:rPr>
              <a:t>Ứng dụng thành công các bộ điều khiển </a:t>
            </a:r>
            <a:r>
              <a:rPr lang="en-US" sz="2000" dirty="0"/>
              <a:t>PD</a:t>
            </a:r>
            <a:r>
              <a:rPr lang="vi-VN" sz="2000" dirty="0">
                <a:effectLst/>
              </a:rPr>
              <a:t> và </a:t>
            </a:r>
            <a:r>
              <a:rPr lang="en-US" sz="2000" dirty="0" err="1"/>
              <a:t>FeedForward</a:t>
            </a:r>
            <a:endParaRPr lang="vi-VN" sz="2000" dirty="0"/>
          </a:p>
          <a:p>
            <a:pPr>
              <a:lnSpc>
                <a:spcPct val="150000"/>
              </a:lnSpc>
            </a:pPr>
            <a:r>
              <a:rPr lang="vi-VN" sz="2000" dirty="0">
                <a:effectLst/>
              </a:rPr>
              <a:t>Mô phỏng và có kết quả</a:t>
            </a:r>
            <a:endParaRPr lang="vi-VN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 txBox="1">
            <a:spLocks/>
          </p:cNvSpPr>
          <p:nvPr/>
        </p:nvSpPr>
        <p:spPr>
          <a:xfrm>
            <a:off x="637363" y="3748001"/>
            <a:ext cx="7869273" cy="49301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200" b="1" dirty="0">
                <a:solidFill>
                  <a:srgbClr val="FF0000"/>
                </a:solidFill>
              </a:rPr>
              <a:t>Định hướng phát triển trong tương lai:</a:t>
            </a:r>
            <a:endParaRPr lang="vi-VN" sz="22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Phát</a:t>
            </a:r>
            <a:r>
              <a:rPr lang="en-US" sz="2000" dirty="0"/>
              <a:t> </a:t>
            </a:r>
            <a:r>
              <a:rPr lang="en-US" sz="2000" dirty="0" err="1"/>
              <a:t>triển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thật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Ứng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tình</a:t>
            </a:r>
            <a:r>
              <a:rPr lang="en-US" sz="2000" dirty="0"/>
              <a:t> </a:t>
            </a:r>
            <a:r>
              <a:rPr lang="en-US" sz="2000" dirty="0" err="1"/>
              <a:t>huống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tế</a:t>
            </a:r>
            <a:r>
              <a:rPr lang="en-US" sz="2000" dirty="0"/>
              <a:t> </a:t>
            </a:r>
            <a:endParaRPr lang="vi-VN" sz="2000" dirty="0"/>
          </a:p>
          <a:p>
            <a:pPr>
              <a:lnSpc>
                <a:spcPct val="150000"/>
              </a:lnSpc>
            </a:pPr>
            <a:r>
              <a:rPr lang="vi-VN" sz="2000" dirty="0"/>
              <a:t>Sử dụng các bộ điều khiển thông minh khác</a:t>
            </a:r>
          </a:p>
        </p:txBody>
      </p:sp>
    </p:spTree>
    <p:extLst>
      <p:ext uri="{BB962C8B-B14F-4D97-AF65-F5344CB8AC3E}">
        <p14:creationId xmlns:p14="http://schemas.microsoft.com/office/powerpoint/2010/main" val="3761593080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XIN </a:t>
            </a:r>
            <a:r>
              <a:rPr lang="vi-VN" sz="4800" dirty="0"/>
              <a:t>CẢ</a:t>
            </a:r>
            <a:r>
              <a:rPr lang="en-US" sz="4800" dirty="0"/>
              <a:t>M </a:t>
            </a:r>
            <a:r>
              <a:rPr lang="vi-VN" sz="4800" dirty="0"/>
              <a:t>ƠN</a:t>
            </a:r>
            <a:r>
              <a:rPr lang="en-US" sz="48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8726</TotalTime>
  <Words>1571</Words>
  <Application>Microsoft Office PowerPoint</Application>
  <PresentationFormat>On-screen Show (4:3)</PresentationFormat>
  <Paragraphs>290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Cambria Math</vt:lpstr>
      <vt:lpstr>Lato</vt:lpstr>
      <vt:lpstr>svn-poppins</vt:lpstr>
      <vt:lpstr>Times New Roman</vt:lpstr>
      <vt:lpstr>Office Theme</vt:lpstr>
      <vt:lpstr>PowerPoint Presentation</vt:lpstr>
      <vt:lpstr>PowerPoint Presentation</vt:lpstr>
      <vt:lpstr>PowerPoint Presentation</vt:lpstr>
      <vt:lpstr>1. Đặt vấn đề</vt:lpstr>
      <vt:lpstr>1. Đặt vấn đề</vt:lpstr>
      <vt:lpstr>1. Đặt vấn đề</vt:lpstr>
      <vt:lpstr>2. Phương pháp nghiên cứu</vt:lpstr>
      <vt:lpstr>2. Phương pháp nghiên cứu</vt:lpstr>
      <vt:lpstr>2. Phương pháp nghiên cứu</vt:lpstr>
      <vt:lpstr>2. Phương pháp nghiên cứu</vt:lpstr>
      <vt:lpstr>2. Phương pháp nghiên cứu</vt:lpstr>
      <vt:lpstr>2. Phương pháp nghiên cứu</vt:lpstr>
      <vt:lpstr>2. Phương pháp nghiên cứu</vt:lpstr>
      <vt:lpstr>2. Phương pháp nghiên cứu</vt:lpstr>
      <vt:lpstr>2. Phương pháp nghiên cứu</vt:lpstr>
      <vt:lpstr>2. Phương pháp nghiên cứu</vt:lpstr>
      <vt:lpstr>2. Phương pháp nghiên cứu</vt:lpstr>
      <vt:lpstr>2. Phương pháp nghiên cứu</vt:lpstr>
      <vt:lpstr>2. Phương pháp nghiên cứu</vt:lpstr>
      <vt:lpstr>3. Mô phỏng và kết quả</vt:lpstr>
      <vt:lpstr>3. Mô phỏng và kết quả</vt:lpstr>
      <vt:lpstr>3. Mô phỏng và kết quả</vt:lpstr>
      <vt:lpstr>3. Mô phỏng và kết quả</vt:lpstr>
      <vt:lpstr>3. Mô phỏng và kết quả </vt:lpstr>
      <vt:lpstr>3. Mô phỏng và kết quả </vt:lpstr>
      <vt:lpstr>3. Mô phỏng và kết quả </vt:lpstr>
      <vt:lpstr>3. Mô phỏng và kết quả </vt:lpstr>
      <vt:lpstr>3. Mô phỏng và kết quả </vt:lpstr>
      <vt:lpstr>3. Mô phỏng và kết quả </vt:lpstr>
      <vt:lpstr>3. Mô phỏng và kết quả </vt:lpstr>
      <vt:lpstr>3. Mô phỏng và kết quả </vt:lpstr>
      <vt:lpstr>3. Mô phỏng và kết quả </vt:lpstr>
      <vt:lpstr>4. Kết luận và hướng phát triển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Hùng Nguyễn</dc:creator>
  <cp:lastModifiedBy>Huy Nguyễn Quang</cp:lastModifiedBy>
  <cp:revision>30</cp:revision>
  <dcterms:created xsi:type="dcterms:W3CDTF">2021-05-28T04:32:29Z</dcterms:created>
  <dcterms:modified xsi:type="dcterms:W3CDTF">2026-01-30T04:12:59Z</dcterms:modified>
</cp:coreProperties>
</file>