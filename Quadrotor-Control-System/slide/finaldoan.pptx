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25"/>
  </p:notesMasterIdLst>
  <p:sldIdLst>
    <p:sldId id="256" r:id="rId2"/>
    <p:sldId id="331" r:id="rId3"/>
    <p:sldId id="330" r:id="rId4"/>
    <p:sldId id="318" r:id="rId5"/>
    <p:sldId id="273" r:id="rId6"/>
    <p:sldId id="308" r:id="rId7"/>
    <p:sldId id="319" r:id="rId8"/>
    <p:sldId id="310" r:id="rId9"/>
    <p:sldId id="323" r:id="rId10"/>
    <p:sldId id="333" r:id="rId11"/>
    <p:sldId id="311" r:id="rId12"/>
    <p:sldId id="332" r:id="rId13"/>
    <p:sldId id="312" r:id="rId14"/>
    <p:sldId id="265" r:id="rId15"/>
    <p:sldId id="284" r:id="rId16"/>
    <p:sldId id="315" r:id="rId17"/>
    <p:sldId id="316" r:id="rId18"/>
    <p:sldId id="324" r:id="rId19"/>
    <p:sldId id="326" r:id="rId20"/>
    <p:sldId id="327" r:id="rId21"/>
    <p:sldId id="302" r:id="rId22"/>
    <p:sldId id="269" r:id="rId23"/>
    <p:sldId id="329"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48DF86-392A-45F1-9717-CFE7EA90B413}" v="5" dt="2026-02-26T17:26:18.8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772" autoAdjust="0"/>
  </p:normalViewPr>
  <p:slideViewPr>
    <p:cSldViewPr snapToGrid="0">
      <p:cViewPr varScale="1">
        <p:scale>
          <a:sx n="97" d="100"/>
          <a:sy n="97" d="100"/>
        </p:scale>
        <p:origin x="204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y Nguyễn Quang" userId="181c793dc4a71f74" providerId="LiveId" clId="{972A2E3D-74B0-4E18-AB1F-311738F73FD5}"/>
    <pc:docChg chg="undo custSel addSld delSld modSld sldOrd">
      <pc:chgData name="Huy Nguyễn Quang" userId="181c793dc4a71f74" providerId="LiveId" clId="{972A2E3D-74B0-4E18-AB1F-311738F73FD5}" dt="2026-02-27T09:03:10.951" v="8364" actId="14100"/>
      <pc:docMkLst>
        <pc:docMk/>
      </pc:docMkLst>
      <pc:sldChg chg="addSp modSp mod">
        <pc:chgData name="Huy Nguyễn Quang" userId="181c793dc4a71f74" providerId="LiveId" clId="{972A2E3D-74B0-4E18-AB1F-311738F73FD5}" dt="2026-02-02T18:55:00.784" v="1399"/>
        <pc:sldMkLst>
          <pc:docMk/>
          <pc:sldMk cId="2030121167" sldId="256"/>
        </pc:sldMkLst>
        <pc:spChg chg="mod">
          <ac:chgData name="Huy Nguyễn Quang" userId="181c793dc4a71f74" providerId="LiveId" clId="{972A2E3D-74B0-4E18-AB1F-311738F73FD5}" dt="2026-02-02T10:26:09.610" v="0" actId="113"/>
          <ac:spMkLst>
            <pc:docMk/>
            <pc:sldMk cId="2030121167" sldId="256"/>
            <ac:spMk id="2" creationId="{9010D0D2-511C-4427-DAAA-C2B283D1A806}"/>
          </ac:spMkLst>
        </pc:spChg>
        <pc:spChg chg="add mod">
          <ac:chgData name="Huy Nguyễn Quang" userId="181c793dc4a71f74" providerId="LiveId" clId="{972A2E3D-74B0-4E18-AB1F-311738F73FD5}" dt="2026-02-02T18:55:00.784" v="1399"/>
          <ac:spMkLst>
            <pc:docMk/>
            <pc:sldMk cId="2030121167" sldId="256"/>
            <ac:spMk id="8" creationId="{188F874D-0CA8-C321-B172-8AB9F518D117}"/>
          </ac:spMkLst>
        </pc:spChg>
      </pc:sldChg>
      <pc:sldChg chg="addSp delSp modSp mod">
        <pc:chgData name="Huy Nguyễn Quang" userId="181c793dc4a71f74" providerId="LiveId" clId="{972A2E3D-74B0-4E18-AB1F-311738F73FD5}" dt="2026-02-27T03:33:05.175" v="8361" actId="1038"/>
        <pc:sldMkLst>
          <pc:docMk/>
          <pc:sldMk cId="292364014" sldId="265"/>
        </pc:sldMkLst>
        <pc:spChg chg="mod">
          <ac:chgData name="Huy Nguyễn Quang" userId="181c793dc4a71f74" providerId="LiveId" clId="{972A2E3D-74B0-4E18-AB1F-311738F73FD5}" dt="2026-02-02T11:36:14.446" v="515" actId="1076"/>
          <ac:spMkLst>
            <pc:docMk/>
            <pc:sldMk cId="292364014" sldId="265"/>
            <ac:spMk id="4" creationId="{7E0F051D-9E0C-CB3E-AA3D-21128B870BF3}"/>
          </ac:spMkLst>
        </pc:spChg>
        <pc:spChg chg="add mod">
          <ac:chgData name="Huy Nguyễn Quang" userId="181c793dc4a71f74" providerId="LiveId" clId="{972A2E3D-74B0-4E18-AB1F-311738F73FD5}" dt="2026-02-08T03:09:17.046" v="4479" actId="1076"/>
          <ac:spMkLst>
            <pc:docMk/>
            <pc:sldMk cId="292364014" sldId="265"/>
            <ac:spMk id="6" creationId="{3E04E9D7-BFA1-F446-54F7-5D4700FEA2FC}"/>
          </ac:spMkLst>
        </pc:spChg>
        <pc:spChg chg="mod">
          <ac:chgData name="Huy Nguyễn Quang" userId="181c793dc4a71f74" providerId="LiveId" clId="{972A2E3D-74B0-4E18-AB1F-311738F73FD5}" dt="2026-02-08T03:08:27.428" v="4435" actId="14100"/>
          <ac:spMkLst>
            <pc:docMk/>
            <pc:sldMk cId="292364014" sldId="265"/>
            <ac:spMk id="13" creationId="{65C75D23-52D4-8F04-1FC8-365DE3490644}"/>
          </ac:spMkLst>
        </pc:spChg>
        <pc:graphicFrameChg chg="add mod modGraphic">
          <ac:chgData name="Huy Nguyễn Quang" userId="181c793dc4a71f74" providerId="LiveId" clId="{972A2E3D-74B0-4E18-AB1F-311738F73FD5}" dt="2026-02-27T03:33:01.182" v="8356" actId="14100"/>
          <ac:graphicFrameMkLst>
            <pc:docMk/>
            <pc:sldMk cId="292364014" sldId="265"/>
            <ac:graphicFrameMk id="8" creationId="{3DA25A67-0D7F-72BA-EEF2-CCEADD3DED8D}"/>
          </ac:graphicFrameMkLst>
        </pc:graphicFrameChg>
        <pc:picChg chg="mod">
          <ac:chgData name="Huy Nguyễn Quang" userId="181c793dc4a71f74" providerId="LiveId" clId="{972A2E3D-74B0-4E18-AB1F-311738F73FD5}" dt="2026-02-27T03:33:05.175" v="8361" actId="1038"/>
          <ac:picMkLst>
            <pc:docMk/>
            <pc:sldMk cId="292364014" sldId="265"/>
            <ac:picMk id="5" creationId="{13640070-899C-924F-385B-7F1545C8B04E}"/>
          </ac:picMkLst>
        </pc:picChg>
      </pc:sldChg>
      <pc:sldChg chg="modSp mod">
        <pc:chgData name="Huy Nguyễn Quang" userId="181c793dc4a71f74" providerId="LiveId" clId="{972A2E3D-74B0-4E18-AB1F-311738F73FD5}" dt="2026-02-27T03:53:52.588" v="8362" actId="1076"/>
        <pc:sldMkLst>
          <pc:docMk/>
          <pc:sldMk cId="2830535683" sldId="269"/>
        </pc:sldMkLst>
        <pc:spChg chg="mod">
          <ac:chgData name="Huy Nguyễn Quang" userId="181c793dc4a71f74" providerId="LiveId" clId="{972A2E3D-74B0-4E18-AB1F-311738F73FD5}" dt="2026-02-27T03:53:52.588" v="8362" actId="1076"/>
          <ac:spMkLst>
            <pc:docMk/>
            <pc:sldMk cId="2830535683" sldId="269"/>
            <ac:spMk id="3" creationId="{F78B3876-6ECC-4098-BDD1-C48CE4B42721}"/>
          </ac:spMkLst>
        </pc:spChg>
      </pc:sldChg>
      <pc:sldChg chg="addSp delSp modSp mod">
        <pc:chgData name="Huy Nguyễn Quang" userId="181c793dc4a71f74" providerId="LiveId" clId="{972A2E3D-74B0-4E18-AB1F-311738F73FD5}" dt="2026-02-24T16:18:20.958" v="6637" actId="20577"/>
        <pc:sldMkLst>
          <pc:docMk/>
          <pc:sldMk cId="2581069546" sldId="273"/>
        </pc:sldMkLst>
        <pc:spChg chg="add mod">
          <ac:chgData name="Huy Nguyễn Quang" userId="181c793dc4a71f74" providerId="LiveId" clId="{972A2E3D-74B0-4E18-AB1F-311738F73FD5}" dt="2026-02-24T16:18:20.958" v="6637" actId="20577"/>
          <ac:spMkLst>
            <pc:docMk/>
            <pc:sldMk cId="2581069546" sldId="273"/>
            <ac:spMk id="3" creationId="{E0E253BA-2CA3-82E9-CAD5-7AB66E7EFDB9}"/>
          </ac:spMkLst>
        </pc:spChg>
        <pc:spChg chg="add mod">
          <ac:chgData name="Huy Nguyễn Quang" userId="181c793dc4a71f74" providerId="LiveId" clId="{972A2E3D-74B0-4E18-AB1F-311738F73FD5}" dt="2026-02-02T10:49:32.538" v="122" actId="20577"/>
          <ac:spMkLst>
            <pc:docMk/>
            <pc:sldMk cId="2581069546" sldId="273"/>
            <ac:spMk id="21" creationId="{9E2F8EAE-DC61-F6E7-4CDD-7866AC8A892D}"/>
          </ac:spMkLst>
        </pc:spChg>
        <pc:spChg chg="add mod">
          <ac:chgData name="Huy Nguyễn Quang" userId="181c793dc4a71f74" providerId="LiveId" clId="{972A2E3D-74B0-4E18-AB1F-311738F73FD5}" dt="2026-02-02T11:24:36.513" v="459" actId="12"/>
          <ac:spMkLst>
            <pc:docMk/>
            <pc:sldMk cId="2581069546" sldId="273"/>
            <ac:spMk id="22" creationId="{B6D7564E-2944-0CDF-FD3E-4C3EC297D714}"/>
          </ac:spMkLst>
        </pc:spChg>
        <pc:picChg chg="add mod">
          <ac:chgData name="Huy Nguyễn Quang" userId="181c793dc4a71f74" providerId="LiveId" clId="{972A2E3D-74B0-4E18-AB1F-311738F73FD5}" dt="2026-02-05T18:13:19.982" v="2671" actId="14100"/>
          <ac:picMkLst>
            <pc:docMk/>
            <pc:sldMk cId="2581069546" sldId="273"/>
            <ac:picMk id="27" creationId="{3FB99444-55E1-3173-E5EC-6C1148F95783}"/>
          </ac:picMkLst>
        </pc:picChg>
      </pc:sldChg>
      <pc:sldChg chg="addSp delSp modSp mod setBg modNotesTx">
        <pc:chgData name="Huy Nguyễn Quang" userId="181c793dc4a71f74" providerId="LiveId" clId="{972A2E3D-74B0-4E18-AB1F-311738F73FD5}" dt="2026-02-26T17:57:52.038" v="8314" actId="1076"/>
        <pc:sldMkLst>
          <pc:docMk/>
          <pc:sldMk cId="1527478094" sldId="284"/>
        </pc:sldMkLst>
        <pc:spChg chg="mod ord">
          <ac:chgData name="Huy Nguyễn Quang" userId="181c793dc4a71f74" providerId="LiveId" clId="{972A2E3D-74B0-4E18-AB1F-311738F73FD5}" dt="2026-02-08T03:21:08.719" v="4588" actId="26606"/>
          <ac:spMkLst>
            <pc:docMk/>
            <pc:sldMk cId="1527478094" sldId="284"/>
            <ac:spMk id="2" creationId="{9E9CAB07-B0CD-4712-9734-2D3CBC72598C}"/>
          </ac:spMkLst>
        </pc:spChg>
        <pc:spChg chg="mod">
          <ac:chgData name="Huy Nguyễn Quang" userId="181c793dc4a71f74" providerId="LiveId" clId="{972A2E3D-74B0-4E18-AB1F-311738F73FD5}" dt="2026-02-08T03:21:08.719" v="4588" actId="26606"/>
          <ac:spMkLst>
            <pc:docMk/>
            <pc:sldMk cId="1527478094" sldId="284"/>
            <ac:spMk id="3" creationId="{F39C6F49-1887-4BE4-A583-FB79B8A22935}"/>
          </ac:spMkLst>
        </pc:spChg>
        <pc:spChg chg="mod">
          <ac:chgData name="Huy Nguyễn Quang" userId="181c793dc4a71f74" providerId="LiveId" clId="{972A2E3D-74B0-4E18-AB1F-311738F73FD5}" dt="2026-02-26T17:15:08.859" v="8060" actId="20577"/>
          <ac:spMkLst>
            <pc:docMk/>
            <pc:sldMk cId="1527478094" sldId="284"/>
            <ac:spMk id="16" creationId="{124EE75E-56E9-2CEA-9E1B-498ED1BFB246}"/>
          </ac:spMkLst>
        </pc:spChg>
        <pc:picChg chg="add mod ord">
          <ac:chgData name="Huy Nguyễn Quang" userId="181c793dc4a71f74" providerId="LiveId" clId="{972A2E3D-74B0-4E18-AB1F-311738F73FD5}" dt="2026-02-26T17:57:48.324" v="8313" actId="1035"/>
          <ac:picMkLst>
            <pc:docMk/>
            <pc:sldMk cId="1527478094" sldId="284"/>
            <ac:picMk id="4" creationId="{82DD1E2C-FEF1-CDEF-AEFA-14972AD4E75F}"/>
          </ac:picMkLst>
        </pc:picChg>
        <pc:picChg chg="add mod">
          <ac:chgData name="Huy Nguyễn Quang" userId="181c793dc4a71f74" providerId="LiveId" clId="{972A2E3D-74B0-4E18-AB1F-311738F73FD5}" dt="2026-02-26T17:57:48.324" v="8313" actId="1035"/>
          <ac:picMkLst>
            <pc:docMk/>
            <pc:sldMk cId="1527478094" sldId="284"/>
            <ac:picMk id="5" creationId="{D278C4B2-081B-D93E-C59C-1F5CA6E50977}"/>
          </ac:picMkLst>
        </pc:picChg>
        <pc:picChg chg="mod ord">
          <ac:chgData name="Huy Nguyễn Quang" userId="181c793dc4a71f74" providerId="LiveId" clId="{972A2E3D-74B0-4E18-AB1F-311738F73FD5}" dt="2026-02-26T17:57:52.038" v="8314" actId="1076"/>
          <ac:picMkLst>
            <pc:docMk/>
            <pc:sldMk cId="1527478094" sldId="284"/>
            <ac:picMk id="7" creationId="{C6765A81-18ED-CD34-67FB-84B9C263D090}"/>
          </ac:picMkLst>
        </pc:picChg>
      </pc:sldChg>
      <pc:sldChg chg="modSp mod">
        <pc:chgData name="Huy Nguyễn Quang" userId="181c793dc4a71f74" providerId="LiveId" clId="{972A2E3D-74B0-4E18-AB1F-311738F73FD5}" dt="2026-02-26T17:23:46.031" v="8092" actId="20577"/>
        <pc:sldMkLst>
          <pc:docMk/>
          <pc:sldMk cId="3761593080" sldId="302"/>
        </pc:sldMkLst>
        <pc:spChg chg="mod">
          <ac:chgData name="Huy Nguyễn Quang" userId="181c793dc4a71f74" providerId="LiveId" clId="{972A2E3D-74B0-4E18-AB1F-311738F73FD5}" dt="2026-02-26T17:23:46.031" v="8092" actId="20577"/>
          <ac:spMkLst>
            <pc:docMk/>
            <pc:sldMk cId="3761593080" sldId="302"/>
            <ac:spMk id="4" creationId="{8F3E6E5C-9744-5884-9CF6-BA4CC119CD42}"/>
          </ac:spMkLst>
        </pc:spChg>
        <pc:spChg chg="mod">
          <ac:chgData name="Huy Nguyễn Quang" userId="181c793dc4a71f74" providerId="LiveId" clId="{972A2E3D-74B0-4E18-AB1F-311738F73FD5}" dt="2026-02-24T16:05:19.963" v="6616" actId="20577"/>
          <ac:spMkLst>
            <pc:docMk/>
            <pc:sldMk cId="3761593080" sldId="302"/>
            <ac:spMk id="7" creationId="{8F3E6E5C-9744-5884-9CF6-BA4CC119CD42}"/>
          </ac:spMkLst>
        </pc:spChg>
      </pc:sldChg>
      <pc:sldChg chg="modSp mod modNotesTx">
        <pc:chgData name="Huy Nguyễn Quang" userId="181c793dc4a71f74" providerId="LiveId" clId="{972A2E3D-74B0-4E18-AB1F-311738F73FD5}" dt="2026-02-25T01:48:07.387" v="7553" actId="20577"/>
        <pc:sldMkLst>
          <pc:docMk/>
          <pc:sldMk cId="3616163420" sldId="308"/>
        </pc:sldMkLst>
        <pc:spChg chg="mod">
          <ac:chgData name="Huy Nguyễn Quang" userId="181c793dc4a71f74" providerId="LiveId" clId="{972A2E3D-74B0-4E18-AB1F-311738F73FD5}" dt="2026-02-02T11:00:03.249" v="391" actId="20577"/>
          <ac:spMkLst>
            <pc:docMk/>
            <pc:sldMk cId="3616163420" sldId="308"/>
            <ac:spMk id="4" creationId="{7870474A-09C8-73E6-F314-86F3EE473CA8}"/>
          </ac:spMkLst>
        </pc:spChg>
        <pc:spChg chg="mod">
          <ac:chgData name="Huy Nguyễn Quang" userId="181c793dc4a71f74" providerId="LiveId" clId="{972A2E3D-74B0-4E18-AB1F-311738F73FD5}" dt="2026-02-02T11:03:24.223" v="409" actId="20577"/>
          <ac:spMkLst>
            <pc:docMk/>
            <pc:sldMk cId="3616163420" sldId="308"/>
            <ac:spMk id="7" creationId="{35A43654-745C-11D0-6EF2-64E83FC08ABE}"/>
          </ac:spMkLst>
        </pc:spChg>
        <pc:picChg chg="mod">
          <ac:chgData name="Huy Nguyễn Quang" userId="181c793dc4a71f74" providerId="LiveId" clId="{972A2E3D-74B0-4E18-AB1F-311738F73FD5}" dt="2026-02-05T18:15:12.892" v="2784" actId="1076"/>
          <ac:picMkLst>
            <pc:docMk/>
            <pc:sldMk cId="3616163420" sldId="308"/>
            <ac:picMk id="6" creationId="{7BCCE727-FDD4-7C4C-3293-380A47F807F2}"/>
          </ac:picMkLst>
        </pc:picChg>
        <pc:picChg chg="mod">
          <ac:chgData name="Huy Nguyễn Quang" userId="181c793dc4a71f74" providerId="LiveId" clId="{972A2E3D-74B0-4E18-AB1F-311738F73FD5}" dt="2026-02-02T11:03:29.326" v="412" actId="1036"/>
          <ac:picMkLst>
            <pc:docMk/>
            <pc:sldMk cId="3616163420" sldId="308"/>
            <ac:picMk id="8" creationId="{4DB71C2E-7687-C315-903B-474E0C515D81}"/>
          </ac:picMkLst>
        </pc:picChg>
        <pc:picChg chg="mod">
          <ac:chgData name="Huy Nguyễn Quang" userId="181c793dc4a71f74" providerId="LiveId" clId="{972A2E3D-74B0-4E18-AB1F-311738F73FD5}" dt="2026-02-02T11:03:09.233" v="402" actId="1076"/>
          <ac:picMkLst>
            <pc:docMk/>
            <pc:sldMk cId="3616163420" sldId="308"/>
            <ac:picMk id="9" creationId="{1589799F-C4F4-B2C8-7D9C-BE84445C2C10}"/>
          </ac:picMkLst>
        </pc:picChg>
        <pc:picChg chg="mod">
          <ac:chgData name="Huy Nguyễn Quang" userId="181c793dc4a71f74" providerId="LiveId" clId="{972A2E3D-74B0-4E18-AB1F-311738F73FD5}" dt="2026-02-02T18:23:12.961" v="704" actId="1038"/>
          <ac:picMkLst>
            <pc:docMk/>
            <pc:sldMk cId="3616163420" sldId="308"/>
            <ac:picMk id="11" creationId="{8441D04F-F1B8-27EC-4706-01D88C62978B}"/>
          </ac:picMkLst>
        </pc:picChg>
        <pc:picChg chg="mod">
          <ac:chgData name="Huy Nguyễn Quang" userId="181c793dc4a71f74" providerId="LiveId" clId="{972A2E3D-74B0-4E18-AB1F-311738F73FD5}" dt="2026-02-02T11:04:27.420" v="415" actId="1037"/>
          <ac:picMkLst>
            <pc:docMk/>
            <pc:sldMk cId="3616163420" sldId="308"/>
            <ac:picMk id="12" creationId="{A77D11A3-400B-027B-85A2-663ACDBE4F70}"/>
          </ac:picMkLst>
        </pc:picChg>
      </pc:sldChg>
      <pc:sldChg chg="modSp mod modNotesTx">
        <pc:chgData name="Huy Nguyễn Quang" userId="181c793dc4a71f74" providerId="LiveId" clId="{972A2E3D-74B0-4E18-AB1F-311738F73FD5}" dt="2026-02-26T17:45:20.762" v="8274" actId="20577"/>
        <pc:sldMkLst>
          <pc:docMk/>
          <pc:sldMk cId="1359086334" sldId="310"/>
        </pc:sldMkLst>
        <pc:spChg chg="mod">
          <ac:chgData name="Huy Nguyễn Quang" userId="181c793dc4a71f74" providerId="LiveId" clId="{972A2E3D-74B0-4E18-AB1F-311738F73FD5}" dt="2026-02-02T11:19:52.125" v="446" actId="20577"/>
          <ac:spMkLst>
            <pc:docMk/>
            <pc:sldMk cId="1359086334" sldId="310"/>
            <ac:spMk id="4" creationId="{AB15A74E-1987-EF88-F027-8F3353CAF964}"/>
          </ac:spMkLst>
        </pc:spChg>
        <pc:spChg chg="mod">
          <ac:chgData name="Huy Nguyễn Quang" userId="181c793dc4a71f74" providerId="LiveId" clId="{972A2E3D-74B0-4E18-AB1F-311738F73FD5}" dt="2026-02-26T17:45:20.762" v="8274" actId="20577"/>
          <ac:spMkLst>
            <pc:docMk/>
            <pc:sldMk cId="1359086334" sldId="310"/>
            <ac:spMk id="8" creationId="{72138A43-C229-3CBC-C705-CC5A9FE7CB97}"/>
          </ac:spMkLst>
        </pc:spChg>
        <pc:picChg chg="mod">
          <ac:chgData name="Huy Nguyễn Quang" userId="181c793dc4a71f74" providerId="LiveId" clId="{972A2E3D-74B0-4E18-AB1F-311738F73FD5}" dt="2026-02-04T11:52:46.332" v="1663" actId="1076"/>
          <ac:picMkLst>
            <pc:docMk/>
            <pc:sldMk cId="1359086334" sldId="310"/>
            <ac:picMk id="6" creationId="{8F1C2A8B-52C1-51AB-6A87-0099EF58CAC8}"/>
          </ac:picMkLst>
        </pc:picChg>
      </pc:sldChg>
      <pc:sldChg chg="addSp delSp modSp mod modNotesTx">
        <pc:chgData name="Huy Nguyễn Quang" userId="181c793dc4a71f74" providerId="LiveId" clId="{972A2E3D-74B0-4E18-AB1F-311738F73FD5}" dt="2026-02-25T01:06:15.325" v="7235" actId="20577"/>
        <pc:sldMkLst>
          <pc:docMk/>
          <pc:sldMk cId="2518209735" sldId="311"/>
        </pc:sldMkLst>
        <pc:spChg chg="add mod">
          <ac:chgData name="Huy Nguyễn Quang" userId="181c793dc4a71f74" providerId="LiveId" clId="{972A2E3D-74B0-4E18-AB1F-311738F73FD5}" dt="2026-02-02T11:19:59.052" v="450" actId="20577"/>
          <ac:spMkLst>
            <pc:docMk/>
            <pc:sldMk cId="2518209735" sldId="311"/>
            <ac:spMk id="7" creationId="{F191EB42-8734-11E0-D4E6-16C56AF409E3}"/>
          </ac:spMkLst>
        </pc:spChg>
        <pc:spChg chg="add mod">
          <ac:chgData name="Huy Nguyễn Quang" userId="181c793dc4a71f74" providerId="LiveId" clId="{972A2E3D-74B0-4E18-AB1F-311738F73FD5}" dt="2026-02-06T03:06:49.529" v="2855" actId="1076"/>
          <ac:spMkLst>
            <pc:docMk/>
            <pc:sldMk cId="2518209735" sldId="311"/>
            <ac:spMk id="9" creationId="{61A4E223-DB01-BED3-2B47-3ED92892C4DE}"/>
          </ac:spMkLst>
        </pc:spChg>
        <pc:spChg chg="mod">
          <ac:chgData name="Huy Nguyễn Quang" userId="181c793dc4a71f74" providerId="LiveId" clId="{972A2E3D-74B0-4E18-AB1F-311738F73FD5}" dt="2026-02-06T03:06:56.670" v="2856" actId="1076"/>
          <ac:spMkLst>
            <pc:docMk/>
            <pc:sldMk cId="2518209735" sldId="311"/>
            <ac:spMk id="19" creationId="{4F8D17A3-3F27-73BC-9568-F29EEEB3DEBA}"/>
          </ac:spMkLst>
        </pc:spChg>
        <pc:picChg chg="mod">
          <ac:chgData name="Huy Nguyễn Quang" userId="181c793dc4a71f74" providerId="LiveId" clId="{972A2E3D-74B0-4E18-AB1F-311738F73FD5}" dt="2026-02-06T03:07:08.436" v="2859" actId="1076"/>
          <ac:picMkLst>
            <pc:docMk/>
            <pc:sldMk cId="2518209735" sldId="311"/>
            <ac:picMk id="14" creationId="{3DB4D803-D7DB-B301-B78D-4552F2B0AEA8}"/>
          </ac:picMkLst>
        </pc:picChg>
        <pc:picChg chg="mod">
          <ac:chgData name="Huy Nguyễn Quang" userId="181c793dc4a71f74" providerId="LiveId" clId="{972A2E3D-74B0-4E18-AB1F-311738F73FD5}" dt="2026-02-06T03:07:11.654" v="2860" actId="1076"/>
          <ac:picMkLst>
            <pc:docMk/>
            <pc:sldMk cId="2518209735" sldId="311"/>
            <ac:picMk id="16" creationId="{108C5C6C-4BE2-29BA-48AF-085BB9EE73CE}"/>
          </ac:picMkLst>
        </pc:picChg>
      </pc:sldChg>
      <pc:sldChg chg="addSp delSp modSp mod modNotesTx">
        <pc:chgData name="Huy Nguyễn Quang" userId="181c793dc4a71f74" providerId="LiveId" clId="{972A2E3D-74B0-4E18-AB1F-311738F73FD5}" dt="2026-02-26T17:09:05.173" v="8019" actId="20577"/>
        <pc:sldMkLst>
          <pc:docMk/>
          <pc:sldMk cId="1388179885" sldId="312"/>
        </pc:sldMkLst>
        <pc:spChg chg="add mod">
          <ac:chgData name="Huy Nguyễn Quang" userId="181c793dc4a71f74" providerId="LiveId" clId="{972A2E3D-74B0-4E18-AB1F-311738F73FD5}" dt="2026-02-24T16:59:27.849" v="6776" actId="1076"/>
          <ac:spMkLst>
            <pc:docMk/>
            <pc:sldMk cId="1388179885" sldId="312"/>
            <ac:spMk id="4" creationId="{419940C4-DBEC-3B9A-D114-96074007EB5C}"/>
          </ac:spMkLst>
        </pc:spChg>
        <pc:spChg chg="add mod">
          <ac:chgData name="Huy Nguyễn Quang" userId="181c793dc4a71f74" providerId="LiveId" clId="{972A2E3D-74B0-4E18-AB1F-311738F73FD5}" dt="2026-02-24T04:23:49.242" v="6112" actId="14100"/>
          <ac:spMkLst>
            <pc:docMk/>
            <pc:sldMk cId="1388179885" sldId="312"/>
            <ac:spMk id="7" creationId="{38CB6841-4058-C250-0770-C5F98E226F4F}"/>
          </ac:spMkLst>
        </pc:spChg>
        <pc:spChg chg="mod">
          <ac:chgData name="Huy Nguyễn Quang" userId="181c793dc4a71f74" providerId="LiveId" clId="{972A2E3D-74B0-4E18-AB1F-311738F73FD5}" dt="2026-02-24T16:59:11.200" v="6775" actId="20577"/>
          <ac:spMkLst>
            <pc:docMk/>
            <pc:sldMk cId="1388179885" sldId="312"/>
            <ac:spMk id="8" creationId="{1FC337F1-00FB-A108-01D6-81CA97F04C37}"/>
          </ac:spMkLst>
        </pc:spChg>
        <pc:spChg chg="add mod">
          <ac:chgData name="Huy Nguyễn Quang" userId="181c793dc4a71f74" providerId="LiveId" clId="{972A2E3D-74B0-4E18-AB1F-311738F73FD5}" dt="2026-02-02T11:20:05.948" v="454" actId="20577"/>
          <ac:spMkLst>
            <pc:docMk/>
            <pc:sldMk cId="1388179885" sldId="312"/>
            <ac:spMk id="11" creationId="{D36526CD-4A9D-1193-F342-5EC4504A50EB}"/>
          </ac:spMkLst>
        </pc:spChg>
        <pc:picChg chg="add mod">
          <ac:chgData name="Huy Nguyễn Quang" userId="181c793dc4a71f74" providerId="LiveId" clId="{972A2E3D-74B0-4E18-AB1F-311738F73FD5}" dt="2026-02-24T04:26:17.554" v="6121" actId="1076"/>
          <ac:picMkLst>
            <pc:docMk/>
            <pc:sldMk cId="1388179885" sldId="312"/>
            <ac:picMk id="13" creationId="{017ABED0-A802-4878-4B4A-560FE7605EA2}"/>
          </ac:picMkLst>
        </pc:picChg>
      </pc:sldChg>
      <pc:sldChg chg="addSp delSp modSp mod modNotesTx">
        <pc:chgData name="Huy Nguyễn Quang" userId="181c793dc4a71f74" providerId="LiveId" clId="{972A2E3D-74B0-4E18-AB1F-311738F73FD5}" dt="2026-02-24T17:00:30.899" v="6869" actId="20577"/>
        <pc:sldMkLst>
          <pc:docMk/>
          <pc:sldMk cId="238639141" sldId="315"/>
        </pc:sldMkLst>
        <pc:spChg chg="mod">
          <ac:chgData name="Huy Nguyễn Quang" userId="181c793dc4a71f74" providerId="LiveId" clId="{972A2E3D-74B0-4E18-AB1F-311738F73FD5}" dt="2026-02-06T03:34:17.195" v="3187" actId="20577"/>
          <ac:spMkLst>
            <pc:docMk/>
            <pc:sldMk cId="238639141" sldId="315"/>
            <ac:spMk id="16" creationId="{1EA65ACF-11C8-553A-B5B0-321C69D83A72}"/>
          </ac:spMkLst>
        </pc:spChg>
        <pc:picChg chg="add mod">
          <ac:chgData name="Huy Nguyễn Quang" userId="181c793dc4a71f74" providerId="LiveId" clId="{972A2E3D-74B0-4E18-AB1F-311738F73FD5}" dt="2026-02-08T05:38:51.515" v="5934" actId="1076"/>
          <ac:picMkLst>
            <pc:docMk/>
            <pc:sldMk cId="238639141" sldId="315"/>
            <ac:picMk id="9" creationId="{61F9BD19-442A-97F7-C584-59F9979D3996}"/>
          </ac:picMkLst>
        </pc:picChg>
      </pc:sldChg>
      <pc:sldChg chg="addSp delSp modSp mod modNotesTx">
        <pc:chgData name="Huy Nguyễn Quang" userId="181c793dc4a71f74" providerId="LiveId" clId="{972A2E3D-74B0-4E18-AB1F-311738F73FD5}" dt="2026-02-27T02:46:04.974" v="8316" actId="120"/>
        <pc:sldMkLst>
          <pc:docMk/>
          <pc:sldMk cId="3442278553" sldId="316"/>
        </pc:sldMkLst>
        <pc:spChg chg="add mod">
          <ac:chgData name="Huy Nguyễn Quang" userId="181c793dc4a71f74" providerId="LiveId" clId="{972A2E3D-74B0-4E18-AB1F-311738F73FD5}" dt="2026-02-27T02:45:57.130" v="8315" actId="120"/>
          <ac:spMkLst>
            <pc:docMk/>
            <pc:sldMk cId="3442278553" sldId="316"/>
            <ac:spMk id="11" creationId="{7D45334D-951B-E3EA-E0C4-B350D64179FF}"/>
          </ac:spMkLst>
        </pc:spChg>
        <pc:spChg chg="add mod">
          <ac:chgData name="Huy Nguyễn Quang" userId="181c793dc4a71f74" providerId="LiveId" clId="{972A2E3D-74B0-4E18-AB1F-311738F73FD5}" dt="2026-02-27T02:46:04.974" v="8316" actId="120"/>
          <ac:spMkLst>
            <pc:docMk/>
            <pc:sldMk cId="3442278553" sldId="316"/>
            <ac:spMk id="12" creationId="{131CEE59-745C-D0E1-129A-71D4A98B2ABD}"/>
          </ac:spMkLst>
        </pc:spChg>
        <pc:spChg chg="mod">
          <ac:chgData name="Huy Nguyễn Quang" userId="181c793dc4a71f74" providerId="LiveId" clId="{972A2E3D-74B0-4E18-AB1F-311738F73FD5}" dt="2026-02-06T03:34:25.779" v="3190" actId="20577"/>
          <ac:spMkLst>
            <pc:docMk/>
            <pc:sldMk cId="3442278553" sldId="316"/>
            <ac:spMk id="16" creationId="{62C80219-734D-7737-4EA9-3FDE33E3BC03}"/>
          </ac:spMkLst>
        </pc:spChg>
        <pc:picChg chg="add mod">
          <ac:chgData name="Huy Nguyễn Quang" userId="181c793dc4a71f74" providerId="LiveId" clId="{972A2E3D-74B0-4E18-AB1F-311738F73FD5}" dt="2026-02-08T04:53:48.836" v="5273" actId="14100"/>
          <ac:picMkLst>
            <pc:docMk/>
            <pc:sldMk cId="3442278553" sldId="316"/>
            <ac:picMk id="8" creationId="{D012AE64-F64F-88DE-F3D1-09AA7413CF24}"/>
          </ac:picMkLst>
        </pc:picChg>
        <pc:picChg chg="add mod">
          <ac:chgData name="Huy Nguyễn Quang" userId="181c793dc4a71f74" providerId="LiveId" clId="{972A2E3D-74B0-4E18-AB1F-311738F73FD5}" dt="2026-02-08T05:15:52.060" v="5887" actId="1076"/>
          <ac:picMkLst>
            <pc:docMk/>
            <pc:sldMk cId="3442278553" sldId="316"/>
            <ac:picMk id="10" creationId="{4027FD4E-F8E3-BC49-8F11-96FDCA525C8F}"/>
          </ac:picMkLst>
        </pc:picChg>
      </pc:sldChg>
      <pc:sldChg chg="modSp mod">
        <pc:chgData name="Huy Nguyễn Quang" userId="181c793dc4a71f74" providerId="LiveId" clId="{972A2E3D-74B0-4E18-AB1F-311738F73FD5}" dt="2026-02-25T00:38:47.661" v="6901" actId="20577"/>
        <pc:sldMkLst>
          <pc:docMk/>
          <pc:sldMk cId="123919898" sldId="318"/>
        </pc:sldMkLst>
        <pc:spChg chg="mod">
          <ac:chgData name="Huy Nguyễn Quang" userId="181c793dc4a71f74" providerId="LiveId" clId="{972A2E3D-74B0-4E18-AB1F-311738F73FD5}" dt="2026-02-25T00:38:47.661" v="6901" actId="20577"/>
          <ac:spMkLst>
            <pc:docMk/>
            <pc:sldMk cId="123919898" sldId="318"/>
            <ac:spMk id="8" creationId="{4ABE4F5A-30C7-D623-83D0-FBC7F3CE1C46}"/>
          </ac:spMkLst>
        </pc:spChg>
        <pc:spChg chg="mod">
          <ac:chgData name="Huy Nguyễn Quang" userId="181c793dc4a71f74" providerId="LiveId" clId="{972A2E3D-74B0-4E18-AB1F-311738F73FD5}" dt="2026-02-02T10:27:04.306" v="3" actId="20577"/>
          <ac:spMkLst>
            <pc:docMk/>
            <pc:sldMk cId="123919898" sldId="318"/>
            <ac:spMk id="12" creationId="{6E00074D-23E7-3C58-A56F-9494B7E8B17A}"/>
          </ac:spMkLst>
        </pc:spChg>
        <pc:picChg chg="mod modCrop">
          <ac:chgData name="Huy Nguyễn Quang" userId="181c793dc4a71f74" providerId="LiveId" clId="{972A2E3D-74B0-4E18-AB1F-311738F73FD5}" dt="2026-02-03T12:18:40.285" v="1418" actId="1036"/>
          <ac:picMkLst>
            <pc:docMk/>
            <pc:sldMk cId="123919898" sldId="318"/>
            <ac:picMk id="4" creationId="{C43405EB-2B0A-1160-123D-FE621A182A6A}"/>
          </ac:picMkLst>
        </pc:picChg>
      </pc:sldChg>
      <pc:sldChg chg="modSp mod modNotesTx">
        <pc:chgData name="Huy Nguyễn Quang" userId="181c793dc4a71f74" providerId="LiveId" clId="{972A2E3D-74B0-4E18-AB1F-311738F73FD5}" dt="2026-02-27T09:03:10.951" v="8364" actId="14100"/>
        <pc:sldMkLst>
          <pc:docMk/>
          <pc:sldMk cId="4117927379" sldId="319"/>
        </pc:sldMkLst>
        <pc:spChg chg="mod">
          <ac:chgData name="Huy Nguyễn Quang" userId="181c793dc4a71f74" providerId="LiveId" clId="{972A2E3D-74B0-4E18-AB1F-311738F73FD5}" dt="2026-02-02T11:19:47.209" v="444" actId="20577"/>
          <ac:spMkLst>
            <pc:docMk/>
            <pc:sldMk cId="4117927379" sldId="319"/>
            <ac:spMk id="6" creationId="{1CFFB384-6E9B-03E6-33B9-88EFE5BFA72C}"/>
          </ac:spMkLst>
        </pc:spChg>
        <pc:spChg chg="mod">
          <ac:chgData name="Huy Nguyễn Quang" userId="181c793dc4a71f74" providerId="LiveId" clId="{972A2E3D-74B0-4E18-AB1F-311738F73FD5}" dt="2026-02-02T11:01:23.519" v="395" actId="5793"/>
          <ac:spMkLst>
            <pc:docMk/>
            <pc:sldMk cId="4117927379" sldId="319"/>
            <ac:spMk id="15" creationId="{B3094C7D-A1FE-8D04-9452-4437B394E0D2}"/>
          </ac:spMkLst>
        </pc:spChg>
        <pc:spChg chg="mod">
          <ac:chgData name="Huy Nguyễn Quang" userId="181c793dc4a71f74" providerId="LiveId" clId="{972A2E3D-74B0-4E18-AB1F-311738F73FD5}" dt="2026-02-27T09:03:10.951" v="8364" actId="14100"/>
          <ac:spMkLst>
            <pc:docMk/>
            <pc:sldMk cId="4117927379" sldId="319"/>
            <ac:spMk id="17" creationId="{AE16C981-BB55-D837-2836-045B699A37F3}"/>
          </ac:spMkLst>
        </pc:spChg>
      </pc:sldChg>
      <pc:sldChg chg="addSp delSp modSp mod modNotesTx">
        <pc:chgData name="Huy Nguyễn Quang" userId="181c793dc4a71f74" providerId="LiveId" clId="{972A2E3D-74B0-4E18-AB1F-311738F73FD5}" dt="2026-02-25T00:49:36.118" v="6990" actId="1076"/>
        <pc:sldMkLst>
          <pc:docMk/>
          <pc:sldMk cId="4045587170" sldId="323"/>
        </pc:sldMkLst>
        <pc:spChg chg="add mod">
          <ac:chgData name="Huy Nguyễn Quang" userId="181c793dc4a71f74" providerId="LiveId" clId="{972A2E3D-74B0-4E18-AB1F-311738F73FD5}" dt="2026-02-24T16:56:06.044" v="6707" actId="1076"/>
          <ac:spMkLst>
            <pc:docMk/>
            <pc:sldMk cId="4045587170" sldId="323"/>
            <ac:spMk id="4" creationId="{21A99652-6151-0D80-F95B-D6FB4E88F637}"/>
          </ac:spMkLst>
        </pc:spChg>
        <pc:spChg chg="mod">
          <ac:chgData name="Huy Nguyễn Quang" userId="181c793dc4a71f74" providerId="LiveId" clId="{972A2E3D-74B0-4E18-AB1F-311738F73FD5}" dt="2026-02-06T03:01:31.920" v="2808" actId="1076"/>
          <ac:spMkLst>
            <pc:docMk/>
            <pc:sldMk cId="4045587170" sldId="323"/>
            <ac:spMk id="5" creationId="{C2B9249E-F0AC-3845-873B-EFE1744077BC}"/>
          </ac:spMkLst>
        </pc:spChg>
        <pc:spChg chg="add mod">
          <ac:chgData name="Huy Nguyễn Quang" userId="181c793dc4a71f74" providerId="LiveId" clId="{972A2E3D-74B0-4E18-AB1F-311738F73FD5}" dt="2026-02-25T00:49:36.118" v="6990" actId="1076"/>
          <ac:spMkLst>
            <pc:docMk/>
            <pc:sldMk cId="4045587170" sldId="323"/>
            <ac:spMk id="6" creationId="{43DCE028-F0F0-B8E4-C412-76A92ABEBAD2}"/>
          </ac:spMkLst>
        </pc:spChg>
        <pc:spChg chg="add mod">
          <ac:chgData name="Huy Nguyễn Quang" userId="181c793dc4a71f74" providerId="LiveId" clId="{972A2E3D-74B0-4E18-AB1F-311738F73FD5}" dt="2026-02-05T17:50:38.864" v="1911" actId="1036"/>
          <ac:spMkLst>
            <pc:docMk/>
            <pc:sldMk cId="4045587170" sldId="323"/>
            <ac:spMk id="20" creationId="{07F78401-8F06-0BDB-9154-17E04DF5A0DA}"/>
          </ac:spMkLst>
        </pc:spChg>
        <pc:spChg chg="add mod">
          <ac:chgData name="Huy Nguyễn Quang" userId="181c793dc4a71f74" providerId="LiveId" clId="{972A2E3D-74B0-4E18-AB1F-311738F73FD5}" dt="2026-02-06T03:00:52.002" v="2791" actId="1076"/>
          <ac:spMkLst>
            <pc:docMk/>
            <pc:sldMk cId="4045587170" sldId="323"/>
            <ac:spMk id="21" creationId="{153BF261-9E2A-BF4C-F756-91F935487EA1}"/>
          </ac:spMkLst>
        </pc:spChg>
        <pc:spChg chg="add mod">
          <ac:chgData name="Huy Nguyễn Quang" userId="181c793dc4a71f74" providerId="LiveId" clId="{972A2E3D-74B0-4E18-AB1F-311738F73FD5}" dt="2026-02-05T17:57:03.297" v="2064" actId="20577"/>
          <ac:spMkLst>
            <pc:docMk/>
            <pc:sldMk cId="4045587170" sldId="323"/>
            <ac:spMk id="23" creationId="{CEE10CDB-235B-82AC-9208-746017DB6BC8}"/>
          </ac:spMkLst>
        </pc:spChg>
        <pc:spChg chg="add mod">
          <ac:chgData name="Huy Nguyễn Quang" userId="181c793dc4a71f74" providerId="LiveId" clId="{972A2E3D-74B0-4E18-AB1F-311738F73FD5}" dt="2026-02-05T17:56:55.256" v="2060" actId="20577"/>
          <ac:spMkLst>
            <pc:docMk/>
            <pc:sldMk cId="4045587170" sldId="323"/>
            <ac:spMk id="28" creationId="{819412DA-CC0D-8DAF-B0EE-707405B739F0}"/>
          </ac:spMkLst>
        </pc:spChg>
        <pc:spChg chg="add mod">
          <ac:chgData name="Huy Nguyễn Quang" userId="181c793dc4a71f74" providerId="LiveId" clId="{972A2E3D-74B0-4E18-AB1F-311738F73FD5}" dt="2026-02-05T17:57:16.859" v="2066" actId="1076"/>
          <ac:spMkLst>
            <pc:docMk/>
            <pc:sldMk cId="4045587170" sldId="323"/>
            <ac:spMk id="29" creationId="{53E9C814-C64A-E16C-C46E-EB21ABEECA6D}"/>
          </ac:spMkLst>
        </pc:spChg>
        <pc:spChg chg="add mod">
          <ac:chgData name="Huy Nguyễn Quang" userId="181c793dc4a71f74" providerId="LiveId" clId="{972A2E3D-74B0-4E18-AB1F-311738F73FD5}" dt="2026-02-05T18:18:53.981" v="2785"/>
          <ac:spMkLst>
            <pc:docMk/>
            <pc:sldMk cId="4045587170" sldId="323"/>
            <ac:spMk id="30" creationId="{5C702244-475B-C3E3-7F3B-106C57A60444}"/>
          </ac:spMkLst>
        </pc:spChg>
        <pc:grpChg chg="add mod">
          <ac:chgData name="Huy Nguyễn Quang" userId="181c793dc4a71f74" providerId="LiveId" clId="{972A2E3D-74B0-4E18-AB1F-311738F73FD5}" dt="2026-02-05T17:51:40.618" v="1917" actId="553"/>
          <ac:grpSpMkLst>
            <pc:docMk/>
            <pc:sldMk cId="4045587170" sldId="323"/>
            <ac:grpSpMk id="22" creationId="{2FAD549E-D662-C1D7-E641-06E4DF4C2FEB}"/>
          </ac:grpSpMkLst>
        </pc:grpChg>
        <pc:picChg chg="add mod">
          <ac:chgData name="Huy Nguyễn Quang" userId="181c793dc4a71f74" providerId="LiveId" clId="{972A2E3D-74B0-4E18-AB1F-311738F73FD5}" dt="2026-02-06T03:00:40.127" v="2789" actId="1035"/>
          <ac:picMkLst>
            <pc:docMk/>
            <pc:sldMk cId="4045587170" sldId="323"/>
            <ac:picMk id="10" creationId="{A41608D8-C860-AD6A-F98B-4C7D084CE760}"/>
          </ac:picMkLst>
        </pc:picChg>
        <pc:picChg chg="add mod">
          <ac:chgData name="Huy Nguyễn Quang" userId="181c793dc4a71f74" providerId="LiveId" clId="{972A2E3D-74B0-4E18-AB1F-311738F73FD5}" dt="2026-02-06T03:00:42.190" v="2790" actId="1035"/>
          <ac:picMkLst>
            <pc:docMk/>
            <pc:sldMk cId="4045587170" sldId="323"/>
            <ac:picMk id="12" creationId="{A21BDB80-B838-12AD-BA7E-9F1AD7BF3557}"/>
          </ac:picMkLst>
        </pc:picChg>
        <pc:picChg chg="add mod">
          <ac:chgData name="Huy Nguyễn Quang" userId="181c793dc4a71f74" providerId="LiveId" clId="{972A2E3D-74B0-4E18-AB1F-311738F73FD5}" dt="2026-02-05T17:51:32.477" v="1916" actId="164"/>
          <ac:picMkLst>
            <pc:docMk/>
            <pc:sldMk cId="4045587170" sldId="323"/>
            <ac:picMk id="14" creationId="{6CE5F732-4149-1768-FDF5-CE7D250D5DF1}"/>
          </ac:picMkLst>
        </pc:picChg>
        <pc:picChg chg="add mod">
          <ac:chgData name="Huy Nguyễn Quang" userId="181c793dc4a71f74" providerId="LiveId" clId="{972A2E3D-74B0-4E18-AB1F-311738F73FD5}" dt="2026-02-05T17:51:32.477" v="1916" actId="164"/>
          <ac:picMkLst>
            <pc:docMk/>
            <pc:sldMk cId="4045587170" sldId="323"/>
            <ac:picMk id="15" creationId="{B5B0F75F-74F5-9CF1-DE45-3797DBADDCFD}"/>
          </ac:picMkLst>
        </pc:picChg>
        <pc:picChg chg="add mod">
          <ac:chgData name="Huy Nguyễn Quang" userId="181c793dc4a71f74" providerId="LiveId" clId="{972A2E3D-74B0-4E18-AB1F-311738F73FD5}" dt="2026-02-05T17:51:40.618" v="1917" actId="553"/>
          <ac:picMkLst>
            <pc:docMk/>
            <pc:sldMk cId="4045587170" sldId="323"/>
            <ac:picMk id="18" creationId="{0A9CB665-4339-0743-97EA-A774EFB82CFC}"/>
          </ac:picMkLst>
        </pc:picChg>
        <pc:picChg chg="add mod">
          <ac:chgData name="Huy Nguyễn Quang" userId="181c793dc4a71f74" providerId="LiveId" clId="{972A2E3D-74B0-4E18-AB1F-311738F73FD5}" dt="2026-02-05T17:51:40.618" v="1917" actId="553"/>
          <ac:picMkLst>
            <pc:docMk/>
            <pc:sldMk cId="4045587170" sldId="323"/>
            <ac:picMk id="19" creationId="{A0CD3544-876F-D039-8CAC-A530BA5642B4}"/>
          </ac:picMkLst>
        </pc:picChg>
      </pc:sldChg>
      <pc:sldChg chg="addSp delSp modSp mod modNotesTx">
        <pc:chgData name="Huy Nguyễn Quang" userId="181c793dc4a71f74" providerId="LiveId" clId="{972A2E3D-74B0-4E18-AB1F-311738F73FD5}" dt="2026-02-24T17:01:20.684" v="6871" actId="20577"/>
        <pc:sldMkLst>
          <pc:docMk/>
          <pc:sldMk cId="2984605257" sldId="324"/>
        </pc:sldMkLst>
        <pc:spChg chg="add mod">
          <ac:chgData name="Huy Nguyễn Quang" userId="181c793dc4a71f74" providerId="LiveId" clId="{972A2E3D-74B0-4E18-AB1F-311738F73FD5}" dt="2026-02-13T03:14:04.981" v="6092" actId="20577"/>
          <ac:spMkLst>
            <pc:docMk/>
            <pc:sldMk cId="2984605257" sldId="324"/>
            <ac:spMk id="14" creationId="{FE8054F9-9645-068C-877D-C6E026381986}"/>
          </ac:spMkLst>
        </pc:spChg>
        <pc:spChg chg="add mod">
          <ac:chgData name="Huy Nguyễn Quang" userId="181c793dc4a71f74" providerId="LiveId" clId="{972A2E3D-74B0-4E18-AB1F-311738F73FD5}" dt="2026-02-13T03:13:23.377" v="6084" actId="20577"/>
          <ac:spMkLst>
            <pc:docMk/>
            <pc:sldMk cId="2984605257" sldId="324"/>
            <ac:spMk id="15" creationId="{396B0F0A-BEAD-3B2B-82B2-35C2D7483330}"/>
          </ac:spMkLst>
        </pc:spChg>
        <pc:spChg chg="mod">
          <ac:chgData name="Huy Nguyễn Quang" userId="181c793dc4a71f74" providerId="LiveId" clId="{972A2E3D-74B0-4E18-AB1F-311738F73FD5}" dt="2026-02-08T04:47:24.499" v="5245" actId="122"/>
          <ac:spMkLst>
            <pc:docMk/>
            <pc:sldMk cId="2984605257" sldId="324"/>
            <ac:spMk id="16" creationId="{33A891B7-C746-E06A-0224-504B1E0A1691}"/>
          </ac:spMkLst>
        </pc:spChg>
        <pc:picChg chg="add mod">
          <ac:chgData name="Huy Nguyễn Quang" userId="181c793dc4a71f74" providerId="LiveId" clId="{972A2E3D-74B0-4E18-AB1F-311738F73FD5}" dt="2026-02-13T03:12:19.066" v="6062" actId="1076"/>
          <ac:picMkLst>
            <pc:docMk/>
            <pc:sldMk cId="2984605257" sldId="324"/>
            <ac:picMk id="5" creationId="{CFF7A9A1-22BE-4C9E-AA67-86CBC125D7E9}"/>
          </ac:picMkLst>
        </pc:picChg>
        <pc:picChg chg="add mod">
          <ac:chgData name="Huy Nguyễn Quang" userId="181c793dc4a71f74" providerId="LiveId" clId="{972A2E3D-74B0-4E18-AB1F-311738F73FD5}" dt="2026-02-13T03:12:24.702" v="6064" actId="1076"/>
          <ac:picMkLst>
            <pc:docMk/>
            <pc:sldMk cId="2984605257" sldId="324"/>
            <ac:picMk id="7" creationId="{39AF69BA-0CAD-6877-D288-AB5E56653613}"/>
          </ac:picMkLst>
        </pc:picChg>
      </pc:sldChg>
      <pc:sldChg chg="addSp delSp modSp mod">
        <pc:chgData name="Huy Nguyễn Quang" userId="181c793dc4a71f74" providerId="LiveId" clId="{972A2E3D-74B0-4E18-AB1F-311738F73FD5}" dt="2026-02-26T17:32:29.196" v="8244" actId="732"/>
        <pc:sldMkLst>
          <pc:docMk/>
          <pc:sldMk cId="2871558462" sldId="326"/>
        </pc:sldMkLst>
        <pc:spChg chg="add mod">
          <ac:chgData name="Huy Nguyễn Quang" userId="181c793dc4a71f74" providerId="LiveId" clId="{972A2E3D-74B0-4E18-AB1F-311738F73FD5}" dt="2026-02-08T05:06:02.343" v="5870" actId="1036"/>
          <ac:spMkLst>
            <pc:docMk/>
            <pc:sldMk cId="2871558462" sldId="326"/>
            <ac:spMk id="9" creationId="{1C19B58C-B7DB-20F0-7897-BC034A5B3A92}"/>
          </ac:spMkLst>
        </pc:spChg>
        <pc:spChg chg="mod">
          <ac:chgData name="Huy Nguyễn Quang" userId="181c793dc4a71f74" providerId="LiveId" clId="{972A2E3D-74B0-4E18-AB1F-311738F73FD5}" dt="2026-02-06T04:26:16.751" v="3522" actId="14100"/>
          <ac:spMkLst>
            <pc:docMk/>
            <pc:sldMk cId="2871558462" sldId="326"/>
            <ac:spMk id="16" creationId="{F6F54A6A-2065-2657-D960-F0461B3F5776}"/>
          </ac:spMkLst>
        </pc:spChg>
        <pc:graphicFrameChg chg="add del mod modGraphic">
          <ac:chgData name="Huy Nguyễn Quang" userId="181c793dc4a71f74" providerId="LiveId" clId="{972A2E3D-74B0-4E18-AB1F-311738F73FD5}" dt="2026-02-26T17:31:50.973" v="8242" actId="14734"/>
          <ac:graphicFrameMkLst>
            <pc:docMk/>
            <pc:sldMk cId="2871558462" sldId="326"/>
            <ac:graphicFrameMk id="8" creationId="{444C6ADF-7FCC-435B-BD3B-AF06CEC6EF78}"/>
          </ac:graphicFrameMkLst>
        </pc:graphicFrameChg>
        <pc:picChg chg="mod modCrop">
          <ac:chgData name="Huy Nguyễn Quang" userId="181c793dc4a71f74" providerId="LiveId" clId="{972A2E3D-74B0-4E18-AB1F-311738F73FD5}" dt="2026-02-26T17:32:29.196" v="8244" actId="732"/>
          <ac:picMkLst>
            <pc:docMk/>
            <pc:sldMk cId="2871558462" sldId="326"/>
            <ac:picMk id="5" creationId="{0852048D-3CE9-A67E-6CCC-024363308932}"/>
          </ac:picMkLst>
        </pc:picChg>
      </pc:sldChg>
      <pc:sldChg chg="addSp delSp modSp mod">
        <pc:chgData name="Huy Nguyễn Quang" userId="181c793dc4a71f74" providerId="LiveId" clId="{972A2E3D-74B0-4E18-AB1F-311738F73FD5}" dt="2026-02-08T05:39:16.935" v="5936" actId="1076"/>
        <pc:sldMkLst>
          <pc:docMk/>
          <pc:sldMk cId="2526904378" sldId="327"/>
        </pc:sldMkLst>
        <pc:spChg chg="add mod">
          <ac:chgData name="Huy Nguyễn Quang" userId="181c793dc4a71f74" providerId="LiveId" clId="{972A2E3D-74B0-4E18-AB1F-311738F73FD5}" dt="2026-02-08T05:39:13.963" v="5935" actId="1076"/>
          <ac:spMkLst>
            <pc:docMk/>
            <pc:sldMk cId="2526904378" sldId="327"/>
            <ac:spMk id="8" creationId="{B725AAEF-01AC-BA15-6F01-FD961795A098}"/>
          </ac:spMkLst>
        </pc:spChg>
        <pc:spChg chg="add mod">
          <ac:chgData name="Huy Nguyễn Quang" userId="181c793dc4a71f74" providerId="LiveId" clId="{972A2E3D-74B0-4E18-AB1F-311738F73FD5}" dt="2026-02-08T05:39:16.935" v="5936" actId="1076"/>
          <ac:spMkLst>
            <pc:docMk/>
            <pc:sldMk cId="2526904378" sldId="327"/>
            <ac:spMk id="9" creationId="{132BD711-C346-1058-0B84-3A6F41F70215}"/>
          </ac:spMkLst>
        </pc:spChg>
        <pc:spChg chg="add mod">
          <ac:chgData name="Huy Nguyễn Quang" userId="181c793dc4a71f74" providerId="LiveId" clId="{972A2E3D-74B0-4E18-AB1F-311738F73FD5}" dt="2026-02-08T05:02:07.585" v="5800" actId="1076"/>
          <ac:spMkLst>
            <pc:docMk/>
            <pc:sldMk cId="2526904378" sldId="327"/>
            <ac:spMk id="11" creationId="{BD5F7334-EF48-3550-89CC-AA9BD980DC0C}"/>
          </ac:spMkLst>
        </pc:spChg>
        <pc:spChg chg="add mod">
          <ac:chgData name="Huy Nguyễn Quang" userId="181c793dc4a71f74" providerId="LiveId" clId="{972A2E3D-74B0-4E18-AB1F-311738F73FD5}" dt="2026-02-08T05:02:03.488" v="5799"/>
          <ac:spMkLst>
            <pc:docMk/>
            <pc:sldMk cId="2526904378" sldId="327"/>
            <ac:spMk id="14" creationId="{5028A3F1-ED95-53F4-29A4-B1D4087B64C9}"/>
          </ac:spMkLst>
        </pc:spChg>
        <pc:grpChg chg="add mod">
          <ac:chgData name="Huy Nguyễn Quang" userId="181c793dc4a71f74" providerId="LiveId" clId="{972A2E3D-74B0-4E18-AB1F-311738F73FD5}" dt="2026-02-08T05:02:14.107" v="5802" actId="1076"/>
          <ac:grpSpMkLst>
            <pc:docMk/>
            <pc:sldMk cId="2526904378" sldId="327"/>
            <ac:grpSpMk id="10" creationId="{7A9149DF-9455-8E9D-848E-14D236C35BE5}"/>
          </ac:grpSpMkLst>
        </pc:grpChg>
        <pc:picChg chg="add mod">
          <ac:chgData name="Huy Nguyễn Quang" userId="181c793dc4a71f74" providerId="LiveId" clId="{972A2E3D-74B0-4E18-AB1F-311738F73FD5}" dt="2026-02-08T04:57:55.155" v="5284" actId="164"/>
          <ac:picMkLst>
            <pc:docMk/>
            <pc:sldMk cId="2526904378" sldId="327"/>
            <ac:picMk id="4" creationId="{511954C2-B0E3-8F21-7DA4-686A21D4373B}"/>
          </ac:picMkLst>
        </pc:picChg>
        <pc:picChg chg="mod">
          <ac:chgData name="Huy Nguyễn Quang" userId="181c793dc4a71f74" providerId="LiveId" clId="{972A2E3D-74B0-4E18-AB1F-311738F73FD5}" dt="2026-02-08T04:57:55.155" v="5284" actId="164"/>
          <ac:picMkLst>
            <pc:docMk/>
            <pc:sldMk cId="2526904378" sldId="327"/>
            <ac:picMk id="6" creationId="{1BE54209-E4D3-872B-D33B-09B516D43584}"/>
          </ac:picMkLst>
        </pc:picChg>
      </pc:sldChg>
      <pc:sldChg chg="addSp modSp mod">
        <pc:chgData name="Huy Nguyễn Quang" userId="181c793dc4a71f74" providerId="LiveId" clId="{972A2E3D-74B0-4E18-AB1F-311738F73FD5}" dt="2026-02-26T17:28:24.237" v="8236" actId="2710"/>
        <pc:sldMkLst>
          <pc:docMk/>
          <pc:sldMk cId="2709237401" sldId="329"/>
        </pc:sldMkLst>
        <pc:spChg chg="add mod">
          <ac:chgData name="Huy Nguyễn Quang" userId="181c793dc4a71f74" providerId="LiveId" clId="{972A2E3D-74B0-4E18-AB1F-311738F73FD5}" dt="2026-02-06T18:42:13.494" v="3791" actId="1076"/>
          <ac:spMkLst>
            <pc:docMk/>
            <pc:sldMk cId="2709237401" sldId="329"/>
            <ac:spMk id="3" creationId="{67D4B2A6-9D7C-AC99-D081-7FFD70895544}"/>
          </ac:spMkLst>
        </pc:spChg>
        <pc:spChg chg="add mod">
          <ac:chgData name="Huy Nguyễn Quang" userId="181c793dc4a71f74" providerId="LiveId" clId="{972A2E3D-74B0-4E18-AB1F-311738F73FD5}" dt="2026-02-26T17:28:24.237" v="8236" actId="2710"/>
          <ac:spMkLst>
            <pc:docMk/>
            <pc:sldMk cId="2709237401" sldId="329"/>
            <ac:spMk id="4" creationId="{2CF4F7DE-F27D-3769-F4B8-3A566FE4A514}"/>
          </ac:spMkLst>
        </pc:spChg>
      </pc:sldChg>
      <pc:sldChg chg="modSp mod modNotesTx">
        <pc:chgData name="Huy Nguyễn Quang" userId="181c793dc4a71f74" providerId="LiveId" clId="{972A2E3D-74B0-4E18-AB1F-311738F73FD5}" dt="2026-02-25T01:16:45.170" v="7237" actId="20577"/>
        <pc:sldMkLst>
          <pc:docMk/>
          <pc:sldMk cId="4174628443" sldId="330"/>
        </pc:sldMkLst>
        <pc:spChg chg="mod">
          <ac:chgData name="Huy Nguyễn Quang" userId="181c793dc4a71f74" providerId="LiveId" clId="{972A2E3D-74B0-4E18-AB1F-311738F73FD5}" dt="2026-02-25T00:35:44.047" v="6876" actId="113"/>
          <ac:spMkLst>
            <pc:docMk/>
            <pc:sldMk cId="4174628443" sldId="330"/>
            <ac:spMk id="7" creationId="{13002C81-0FCA-D54C-15B3-A2DCFF99D482}"/>
          </ac:spMkLst>
        </pc:spChg>
        <pc:spChg chg="mod">
          <ac:chgData name="Huy Nguyễn Quang" userId="181c793dc4a71f74" providerId="LiveId" clId="{972A2E3D-74B0-4E18-AB1F-311738F73FD5}" dt="2026-02-02T10:27:01.605" v="2" actId="20577"/>
          <ac:spMkLst>
            <pc:docMk/>
            <pc:sldMk cId="4174628443" sldId="330"/>
            <ac:spMk id="8" creationId="{581F7145-CC89-52E8-95A1-AE716F2D4E0C}"/>
          </ac:spMkLst>
        </pc:spChg>
        <pc:picChg chg="mod">
          <ac:chgData name="Huy Nguyễn Quang" userId="181c793dc4a71f74" providerId="LiveId" clId="{972A2E3D-74B0-4E18-AB1F-311738F73FD5}" dt="2026-02-02T18:36:39.533" v="889" actId="554"/>
          <ac:picMkLst>
            <pc:docMk/>
            <pc:sldMk cId="4174628443" sldId="330"/>
            <ac:picMk id="4" creationId="{BB8A5844-8CF3-4CBA-82AD-A746315A3DAC}"/>
          </ac:picMkLst>
        </pc:picChg>
        <pc:picChg chg="mod">
          <ac:chgData name="Huy Nguyễn Quang" userId="181c793dc4a71f74" providerId="LiveId" clId="{972A2E3D-74B0-4E18-AB1F-311738F73FD5}" dt="2026-02-02T18:36:39.533" v="889" actId="554"/>
          <ac:picMkLst>
            <pc:docMk/>
            <pc:sldMk cId="4174628443" sldId="330"/>
            <ac:picMk id="15" creationId="{4886F3C1-9B35-FCC5-8E94-513C43AA23A6}"/>
          </ac:picMkLst>
        </pc:picChg>
      </pc:sldChg>
      <pc:sldChg chg="addSp modSp mod">
        <pc:chgData name="Huy Nguyễn Quang" userId="181c793dc4a71f74" providerId="LiveId" clId="{972A2E3D-74B0-4E18-AB1F-311738F73FD5}" dt="2026-02-02T18:55:03.804" v="1400"/>
        <pc:sldMkLst>
          <pc:docMk/>
          <pc:sldMk cId="3539251329" sldId="331"/>
        </pc:sldMkLst>
        <pc:spChg chg="mod">
          <ac:chgData name="Huy Nguyễn Quang" userId="181c793dc4a71f74" providerId="LiveId" clId="{972A2E3D-74B0-4E18-AB1F-311738F73FD5}" dt="2026-02-02T10:26:18.815" v="1" actId="113"/>
          <ac:spMkLst>
            <pc:docMk/>
            <pc:sldMk cId="3539251329" sldId="331"/>
            <ac:spMk id="3" creationId="{02EA3D52-7524-452D-052F-FD51C4A0204D}"/>
          </ac:spMkLst>
        </pc:spChg>
        <pc:spChg chg="add mod">
          <ac:chgData name="Huy Nguyễn Quang" userId="181c793dc4a71f74" providerId="LiveId" clId="{972A2E3D-74B0-4E18-AB1F-311738F73FD5}" dt="2026-02-02T18:55:03.804" v="1400"/>
          <ac:spMkLst>
            <pc:docMk/>
            <pc:sldMk cId="3539251329" sldId="331"/>
            <ac:spMk id="5" creationId="{8FC53675-0512-2300-5209-848B5D7DC991}"/>
          </ac:spMkLst>
        </pc:spChg>
      </pc:sldChg>
      <pc:sldChg chg="addSp delSp modSp mod modNotesTx">
        <pc:chgData name="Huy Nguyễn Quang" userId="181c793dc4a71f74" providerId="LiveId" clId="{972A2E3D-74B0-4E18-AB1F-311738F73FD5}" dt="2026-02-26T17:02:10.046" v="7793" actId="20577"/>
        <pc:sldMkLst>
          <pc:docMk/>
          <pc:sldMk cId="3581903670" sldId="332"/>
        </pc:sldMkLst>
        <pc:spChg chg="add mod">
          <ac:chgData name="Huy Nguyễn Quang" userId="181c793dc4a71f74" providerId="LiveId" clId="{972A2E3D-74B0-4E18-AB1F-311738F73FD5}" dt="2026-02-05T18:22:43.682" v="2786"/>
          <ac:spMkLst>
            <pc:docMk/>
            <pc:sldMk cId="3581903670" sldId="332"/>
            <ac:spMk id="2" creationId="{03B99A4C-E117-A821-0AB2-4BDF564F5D55}"/>
          </ac:spMkLst>
        </pc:spChg>
        <pc:spChg chg="mod">
          <ac:chgData name="Huy Nguyễn Quang" userId="181c793dc4a71f74" providerId="LiveId" clId="{972A2E3D-74B0-4E18-AB1F-311738F73FD5}" dt="2026-02-24T07:38:58.579" v="6203" actId="20577"/>
          <ac:spMkLst>
            <pc:docMk/>
            <pc:sldMk cId="3581903670" sldId="332"/>
            <ac:spMk id="3" creationId="{686998AB-CDC3-0BF9-C8EE-D6F0DD303DBC}"/>
          </ac:spMkLst>
        </pc:spChg>
        <pc:spChg chg="mod">
          <ac:chgData name="Huy Nguyễn Quang" userId="181c793dc4a71f74" providerId="LiveId" clId="{972A2E3D-74B0-4E18-AB1F-311738F73FD5}" dt="2026-02-24T08:37:02.768" v="6537" actId="20577"/>
          <ac:spMkLst>
            <pc:docMk/>
            <pc:sldMk cId="3581903670" sldId="332"/>
            <ac:spMk id="4" creationId="{EA721A70-3E14-E8FE-1DC3-F52C6DA6AFAD}"/>
          </ac:spMkLst>
        </pc:spChg>
        <pc:spChg chg="mod">
          <ac:chgData name="Huy Nguyễn Quang" userId="181c793dc4a71f74" providerId="LiveId" clId="{972A2E3D-74B0-4E18-AB1F-311738F73FD5}" dt="2026-02-02T11:17:13.068" v="423" actId="20577"/>
          <ac:spMkLst>
            <pc:docMk/>
            <pc:sldMk cId="3581903670" sldId="332"/>
            <ac:spMk id="6" creationId="{61499D31-C54C-D542-F349-3B0A6D478168}"/>
          </ac:spMkLst>
        </pc:spChg>
        <pc:spChg chg="add mod">
          <ac:chgData name="Huy Nguyễn Quang" userId="181c793dc4a71f74" providerId="LiveId" clId="{972A2E3D-74B0-4E18-AB1F-311738F73FD5}" dt="2026-02-13T02:20:01.844" v="6040" actId="1076"/>
          <ac:spMkLst>
            <pc:docMk/>
            <pc:sldMk cId="3581903670" sldId="332"/>
            <ac:spMk id="7" creationId="{4891A212-0A69-9477-CB9F-499193ADA328}"/>
          </ac:spMkLst>
        </pc:spChg>
        <pc:spChg chg="add mod">
          <ac:chgData name="Huy Nguyễn Quang" userId="181c793dc4a71f74" providerId="LiveId" clId="{972A2E3D-74B0-4E18-AB1F-311738F73FD5}" dt="2026-02-08T03:02:59.533" v="4061" actId="1076"/>
          <ac:spMkLst>
            <pc:docMk/>
            <pc:sldMk cId="3581903670" sldId="332"/>
            <ac:spMk id="9" creationId="{C249526C-5BD9-0570-AD4F-4318D7321D8E}"/>
          </ac:spMkLst>
        </pc:spChg>
        <pc:cxnChg chg="mod">
          <ac:chgData name="Huy Nguyễn Quang" userId="181c793dc4a71f74" providerId="LiveId" clId="{972A2E3D-74B0-4E18-AB1F-311738F73FD5}" dt="2026-02-24T07:40:14.164" v="6237" actId="1076"/>
          <ac:cxnSpMkLst>
            <pc:docMk/>
            <pc:sldMk cId="3581903670" sldId="332"/>
            <ac:cxnSpMk id="8" creationId="{3EC31C16-3450-0F4A-3E2A-2904788E69DC}"/>
          </ac:cxnSpMkLst>
        </pc:cxnChg>
      </pc:sldChg>
      <pc:sldChg chg="addSp delSp modSp add mod modNotesTx">
        <pc:chgData name="Huy Nguyễn Quang" userId="181c793dc4a71f74" providerId="LiveId" clId="{972A2E3D-74B0-4E18-AB1F-311738F73FD5}" dt="2026-02-26T16:57:46.646" v="7698" actId="20577"/>
        <pc:sldMkLst>
          <pc:docMk/>
          <pc:sldMk cId="2069978756" sldId="333"/>
        </pc:sldMkLst>
        <pc:spChg chg="add del mod">
          <ac:chgData name="Huy Nguyễn Quang" userId="181c793dc4a71f74" providerId="LiveId" clId="{972A2E3D-74B0-4E18-AB1F-311738F73FD5}" dt="2026-02-24T16:50:19.243" v="6701" actId="20577"/>
          <ac:spMkLst>
            <pc:docMk/>
            <pc:sldMk cId="2069978756" sldId="333"/>
            <ac:spMk id="4" creationId="{4492AC51-DD9F-6601-76D3-79EEE76F280B}"/>
          </ac:spMkLst>
        </pc:spChg>
        <pc:spChg chg="mod">
          <ac:chgData name="Huy Nguyễn Quang" userId="181c793dc4a71f74" providerId="LiveId" clId="{972A2E3D-74B0-4E18-AB1F-311738F73FD5}" dt="2026-02-24T16:50:23.742" v="6702" actId="20577"/>
          <ac:spMkLst>
            <pc:docMk/>
            <pc:sldMk cId="2069978756" sldId="333"/>
            <ac:spMk id="8" creationId="{D62773AB-406B-E60A-B256-78FB8FC2D580}"/>
          </ac:spMkLst>
        </pc:spChg>
        <pc:picChg chg="mod modCrop">
          <ac:chgData name="Huy Nguyễn Quang" userId="181c793dc4a71f74" providerId="LiveId" clId="{972A2E3D-74B0-4E18-AB1F-311738F73FD5}" dt="2026-02-25T00:59:37.038" v="6991" actId="1076"/>
          <ac:picMkLst>
            <pc:docMk/>
            <pc:sldMk cId="2069978756" sldId="333"/>
            <ac:picMk id="11" creationId="{8BA86687-7A4C-1A41-22B5-49380FDBD86E}"/>
          </ac:picMkLst>
        </pc:picChg>
        <pc:picChg chg="mod">
          <ac:chgData name="Huy Nguyễn Quang" userId="181c793dc4a71f74" providerId="LiveId" clId="{972A2E3D-74B0-4E18-AB1F-311738F73FD5}" dt="2026-02-24T16:50:30.557" v="6704" actId="1076"/>
          <ac:picMkLst>
            <pc:docMk/>
            <pc:sldMk cId="2069978756" sldId="333"/>
            <ac:picMk id="13" creationId="{6E277EEE-0DF5-756F-B60D-0AEF9F5C3362}"/>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02:55:00.489"/>
    </inkml:context>
    <inkml:brush xml:id="br0">
      <inkml:brushProperty name="width" value="0.05" units="cm"/>
      <inkml:brushProperty name="height" value="0.05" units="cm"/>
      <inkml:brushProperty name="color" value="#FFFFFF"/>
    </inkml:brush>
  </inkml:definitions>
  <inkml:trace contextRef="#ctx0" brushRef="#br0">105 196 24575,'-5'0'0,"0"0"0,0 0 0,0-1 0,0 1 0,0-1 0,0 0 0,0-1 0,0 1 0,0-1 0,1 0 0,-8-4 0,9 3 0,0 1 0,0-1 0,0 1 0,1-1 0,-1 0 0,1 0 0,0 0 0,0 0 0,0-1 0,0 1 0,1 0 0,-1-1 0,1 1 0,0-1 0,0 0 0,-1-5 0,1 3 0,0 0 0,0-1 0,1 1 0,0-1 0,0 1 0,1 0 0,-1-1 0,1 1 0,1 0 0,2-10 0,-3 13 0,0 1 0,0 0 0,0-1 0,1 1 0,-1 0 0,0 0 0,1-1 0,0 1 0,-1 0 0,1 0 0,0 1 0,0-1 0,0 0 0,0 1 0,1-1 0,-1 1 0,0 0 0,1 0 0,-1-1 0,0 2 0,1-1 0,-1 0 0,1 0 0,0 1 0,-1-1 0,1 1 0,-1 0 0,5 0 0,-6 0 0,0 0 0,1 0 0,-1 1 0,0-1 0,1 0 0,-1 1 0,0-1 0,0 1 0,1-1 0,-1 1 0,0 0 0,0-1 0,0 1 0,0 0 0,0 0 0,0 0 0,0 0 0,0 0 0,0 0 0,0 0 0,1 2 0,0 0 0,-1 1 0,1 0 0,-1-1 0,1 1 0,-1 0 0,0 0 0,0 5 0,1 6 0,-2 1 0,-1 26 0,0-39 0,-3 31 0,4-32 0,0 0 0,0-1 0,-1 1 0,1 0 0,-1 0 0,0-1 0,1 1 0,-1 0 0,0-1 0,0 1 0,0 0 0,0-1 0,0 0 0,-3 3 0,4-4 0,0 0 0,-1 0 0,1-1 0,-1 1 0,1 0 0,-1 0 0,1-1 0,-1 1 0,1 0 0,0-1 0,-1 1 0,1 0 0,0-1 0,-1 1 0,1-1 0,0 1 0,-1-1 0,1 1 0,0 0 0,0-1 0,0 1 0,-1-1 0,1 1 0,0-1 0,0 1 0,0-1 0,0 1 0,0-1 0,0 1 0,0-1 0,0 1 0,0-2 0,-3-19 0,3-20 0,0 16 0,0 22 0,-1 10 0,1-6 0,0 0 0,-1 0 0,1 0 0,0 0 0,0 1 0,0-1 0,-1 0 0,1 0 0,0 0 0,-1 0 0,1 0 0,-1 0 0,1 0 0,-1 0 0,0-1 0,1 1 0,-1 0 0,0 0 0,0 0 0,-1 1 0,1-2 0,1-1 0,-1 1 0,0 0 0,1-1 0,-1 1 0,0-1 0,1 1 0,-1-1 0,1 1 0,-1-1 0,0 1 0,1-1 0,0 1 0,-1-1 0,1 0 0,-1 1 0,1-1 0,0 0 0,-1 1 0,1-1 0,0 0 0,0 1 0,0-1 0,-1 0 0,1 0 0,0 1 0,0-1 0,0 0 0,0 0 0,0 1 0,1-3 0,-3-17-1365,0 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02:55:05.982"/>
    </inkml:context>
    <inkml:brush xml:id="br0">
      <inkml:brushProperty name="width" value="0.2" units="cm"/>
      <inkml:brushProperty name="height" value="0.2" units="cm"/>
      <inkml:brushProperty name="color" value="#FFFFFF"/>
    </inkml:brush>
  </inkml:definitions>
  <inkml:trace contextRef="#ctx0" brushRef="#br0">27 231 24575,'-2'-4'0,"-1"1"0,1 0 0,0-1 0,0 1 0,0-1 0,0 0 0,1 1 0,-1-1 0,1 0 0,0 0 0,-1-8 0,-2-49 0,4 47 0,0 7 0,0 0 0,1 0 0,0-1 0,0 1 0,0 0 0,1 0 0,5-13 0,-6 18 0,0 0 0,0 0 0,0 0 0,0 0 0,0 0 0,0 1 0,0-1 0,1 0 0,-1 1 0,1-1 0,-1 1 0,1-1 0,0 1 0,0 0 0,-1 0 0,1-1 0,0 1 0,0 1 0,0-1 0,0 0 0,0 0 0,0 1 0,0-1 0,0 1 0,1 0 0,-1-1 0,0 1 0,0 0 0,0 0 0,4 1 0,-4 0 0,0 0 0,0 0 0,0 0 0,0 0 0,0 0 0,0 0 0,0 0 0,-1 1 0,1-1 0,-1 0 0,1 1 0,-1 0 0,1-1 0,-1 1 0,0 0 0,0 0 0,0 0 0,0 0 0,0 0 0,0 0 0,0 0 0,-1 0 0,1 0 0,-1 0 0,1 0 0,-1 3 0,2 8 0,-1 1 0,-1 26 0,0-31 0,0 18-1365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02:55:13.382"/>
    </inkml:context>
    <inkml:brush xml:id="br0">
      <inkml:brushProperty name="width" value="0.2" units="cm"/>
      <inkml:brushProperty name="height" value="0.2" units="cm"/>
      <inkml:brushProperty name="color" value="#FFFFFF"/>
    </inkml:brush>
  </inkml:definitions>
  <inkml:trace contextRef="#ctx0" brushRef="#br0">262 442 24575,'-1'0'0,"1"1"0,-1-1 0,1 0 0,0 0 0,-1 1 0,1-1 0,-1 0 0,1 0 0,-1 0 0,1 0 0,-1 1 0,1-1 0,0 0 0,-1 0 0,1 0 0,-1 0 0,1 0 0,-1 0 0,1 0 0,-1 0 0,1 0 0,-1-1 0,1 1 0,-1 0 0,1 0 0,0 0 0,-1-1 0,1 1 0,-1 0 0,1 0 0,0-1 0,-1 1 0,1 0 0,-1-1 0,1 1 0,0 0 0,0-1 0,-1 1 0,1 0 0,0-1 0,0 1 0,-1-1 0,-14-26 0,7 13 0,-4-2 0,-2 0 0,-25-24 0,27 30 0,1 0 0,1-1 0,0 0 0,0-1 0,1 0 0,1-1 0,-8-15 0,3 2-227,1-1-1,2 0 1,0 0-1,2-1 1,-8-55-1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02:55:17.186"/>
    </inkml:context>
    <inkml:brush xml:id="br0">
      <inkml:brushProperty name="width" value="0.2" units="cm"/>
      <inkml:brushProperty name="height" value="0.2" units="cm"/>
      <inkml:brushProperty name="color" value="#FFFFFF"/>
    </inkml:brush>
  </inkml:definitions>
  <inkml:trace contextRef="#ctx0" brushRef="#br0">0 25 24575,'1'-2'0,"-1"1"0,1 0 0,0 0 0,-1-1 0,1 1 0,0 0 0,0 0 0,0 0 0,0 0 0,0 0 0,0 0 0,0 0 0,0 0 0,0 1 0,0-1 0,0 0 0,1 1 0,-1-1 0,0 0 0,1 1 0,-1 0 0,0-1 0,1 1 0,-1 0 0,0 0 0,1-1 0,1 1 0,39-3 0,-40 3 0,1 0 0,-1 0 0,1 1 0,-1-1 0,1 1 0,-1-1 0,0 1 0,1 0 0,-1 0 0,0 0 0,0 0 0,0 0 0,1 0 0,-1 1 0,0-1 0,-1 1 0,1-1 0,0 1 0,0 0 0,-1 0 0,1 0 0,-1 0 0,1 0 0,-1 0 0,0 0 0,0 0 0,0 0 0,0 1 0,0-1 0,-1 0 0,1 1 0,-1-1 0,1 0 0,-1 1 0,0-1 0,0 1 0,0 3 0,-1 0 0,1 0 0,-1 1 0,0-1 0,0 0 0,-1-1 0,1 1 0,-2 0 0,1 0 0,0-1 0,-1 1 0,0-1 0,0 0 0,-1 0 0,-5 7 0,-47 40-1365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B8F7F5-5BDA-43F8-B1CC-E53BA8A74F30}" type="datetimeFigureOut">
              <a:rPr lang="en-US" smtClean="0"/>
              <a:t>2/26/2026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CFE424-18AF-4E70-8A69-A69E48A93BBC}" type="slidenum">
              <a:rPr lang="en-US" smtClean="0"/>
              <a:t>‹#›</a:t>
            </a:fld>
            <a:endParaRPr lang="en-US"/>
          </a:p>
        </p:txBody>
      </p:sp>
    </p:spTree>
    <p:extLst>
      <p:ext uri="{BB962C8B-B14F-4D97-AF65-F5344CB8AC3E}">
        <p14:creationId xmlns:p14="http://schemas.microsoft.com/office/powerpoint/2010/main" val="340957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kính thưa các thầy cô và các bạn sinh viên có mặt trong buổi bảo vệ ngày hôm nay. Em là Nguyễn Quang Huy, sinh viên lớp Cơ điện tử 01. Hôm nay, em rất vinh dự được trình bày đồ án tốt nghiệp với đề tài: </a:t>
            </a:r>
            <a:endParaRPr lang="en-US" dirty="0"/>
          </a:p>
        </p:txBody>
      </p:sp>
      <p:sp>
        <p:nvSpPr>
          <p:cNvPr id="4" name="Slide Number Placeholder 3"/>
          <p:cNvSpPr>
            <a:spLocks noGrp="1"/>
          </p:cNvSpPr>
          <p:nvPr>
            <p:ph type="sldNum" sz="quarter" idx="5"/>
          </p:nvPr>
        </p:nvSpPr>
        <p:spPr/>
        <p:txBody>
          <a:bodyPr/>
          <a:lstStyle/>
          <a:p>
            <a:fld id="{87CFE424-18AF-4E70-8A69-A69E48A93BBC}" type="slidenum">
              <a:rPr lang="en-US" smtClean="0"/>
              <a:t>1</a:t>
            </a:fld>
            <a:endParaRPr lang="en-US"/>
          </a:p>
        </p:txBody>
      </p:sp>
    </p:spTree>
    <p:extLst>
      <p:ext uri="{BB962C8B-B14F-4D97-AF65-F5344CB8AC3E}">
        <p14:creationId xmlns:p14="http://schemas.microsoft.com/office/powerpoint/2010/main" val="13197198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Bài</a:t>
            </a:r>
            <a:r>
              <a:rPr lang="en-US" dirty="0"/>
              <a:t> </a:t>
            </a:r>
            <a:r>
              <a:rPr lang="en-US" dirty="0" err="1"/>
              <a:t>trình</a:t>
            </a:r>
            <a:r>
              <a:rPr lang="en-US" dirty="0"/>
              <a:t> </a:t>
            </a:r>
            <a:r>
              <a:rPr lang="en-US" dirty="0" err="1"/>
              <a:t>bày</a:t>
            </a:r>
            <a:r>
              <a:rPr lang="en-US" dirty="0"/>
              <a:t> </a:t>
            </a:r>
            <a:r>
              <a:rPr lang="en-US" dirty="0" err="1"/>
              <a:t>của</a:t>
            </a:r>
            <a:r>
              <a:rPr lang="en-US" dirty="0"/>
              <a:t> </a:t>
            </a:r>
            <a:r>
              <a:rPr lang="en-US" dirty="0" err="1"/>
              <a:t>em</a:t>
            </a:r>
            <a:r>
              <a:rPr lang="en-US" dirty="0"/>
              <a:t> </a:t>
            </a:r>
            <a:r>
              <a:rPr lang="en-US" dirty="0" err="1"/>
              <a:t>gồm</a:t>
            </a:r>
            <a:r>
              <a:rPr lang="en-US" dirty="0"/>
              <a:t> 4 </a:t>
            </a:r>
            <a:r>
              <a:rPr lang="en-US" dirty="0" err="1"/>
              <a:t>phần</a:t>
            </a:r>
            <a:r>
              <a:rPr lang="en-US" dirty="0"/>
              <a:t> </a:t>
            </a:r>
            <a:r>
              <a:rPr lang="en-US" dirty="0" err="1"/>
              <a:t>chính</a:t>
            </a:r>
            <a:endParaRPr lang="en-US" dirty="0"/>
          </a:p>
        </p:txBody>
      </p:sp>
      <p:sp>
        <p:nvSpPr>
          <p:cNvPr id="4" name="Slide Number Placeholder 3"/>
          <p:cNvSpPr>
            <a:spLocks noGrp="1"/>
          </p:cNvSpPr>
          <p:nvPr>
            <p:ph type="sldNum" sz="quarter" idx="5"/>
          </p:nvPr>
        </p:nvSpPr>
        <p:spPr/>
        <p:txBody>
          <a:bodyPr/>
          <a:lstStyle/>
          <a:p>
            <a:fld id="{87CFE424-18AF-4E70-8A69-A69E48A93BBC}" type="slidenum">
              <a:rPr lang="en-US" smtClean="0"/>
              <a:t>2</a:t>
            </a:fld>
            <a:endParaRPr lang="en-US"/>
          </a:p>
        </p:txBody>
      </p:sp>
    </p:spTree>
    <p:extLst>
      <p:ext uri="{BB962C8B-B14F-4D97-AF65-F5344CB8AC3E}">
        <p14:creationId xmlns:p14="http://schemas.microsoft.com/office/powerpoint/2010/main" val="3719584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vi-VN" dirty="0"/>
              <a:t>Quadrotor đã rất phổ biến trong các ứng dụng quay phim</a:t>
            </a:r>
            <a:r>
              <a:rPr lang="en-US" dirty="0"/>
              <a:t>, </a:t>
            </a:r>
            <a:r>
              <a:rPr lang="en-US" dirty="0" err="1"/>
              <a:t>chụp</a:t>
            </a:r>
            <a:r>
              <a:rPr lang="en-US" dirty="0"/>
              <a:t> </a:t>
            </a:r>
            <a:r>
              <a:rPr lang="en-US" dirty="0" err="1"/>
              <a:t>ảnh</a:t>
            </a:r>
            <a:r>
              <a:rPr lang="vi-VN" dirty="0"/>
              <a:t> hay nông nghiệp</a:t>
            </a:r>
            <a:endParaRPr lang="en-US" dirty="0"/>
          </a:p>
          <a:p>
            <a:r>
              <a:rPr lang="en-US" dirty="0" err="1"/>
              <a:t>Để</a:t>
            </a:r>
            <a:r>
              <a:rPr lang="en-US" dirty="0"/>
              <a:t> </a:t>
            </a:r>
            <a:r>
              <a:rPr lang="en-US" dirty="0" err="1"/>
              <a:t>tăng</a:t>
            </a:r>
            <a:r>
              <a:rPr lang="en-US" dirty="0"/>
              <a:t> </a:t>
            </a:r>
            <a:r>
              <a:rPr lang="en-US" dirty="0" err="1"/>
              <a:t>ứng</a:t>
            </a:r>
            <a:r>
              <a:rPr lang="en-US" dirty="0"/>
              <a:t> </a:t>
            </a:r>
            <a:r>
              <a:rPr lang="en-US" dirty="0" err="1"/>
              <a:t>dụng</a:t>
            </a:r>
            <a:r>
              <a:rPr lang="en-US" dirty="0"/>
              <a:t> </a:t>
            </a:r>
            <a:r>
              <a:rPr lang="en-US" dirty="0" err="1"/>
              <a:t>của</a:t>
            </a:r>
            <a:r>
              <a:rPr lang="en-US" dirty="0"/>
              <a:t> quadrotor , ta </a:t>
            </a:r>
            <a:r>
              <a:rPr lang="en-US" dirty="0" err="1"/>
              <a:t>có</a:t>
            </a:r>
            <a:r>
              <a:rPr lang="en-US" dirty="0"/>
              <a:t> </a:t>
            </a:r>
            <a:r>
              <a:rPr lang="en-US" dirty="0" err="1"/>
              <a:t>thể</a:t>
            </a:r>
            <a:r>
              <a:rPr lang="en-US" dirty="0"/>
              <a:t> </a:t>
            </a:r>
            <a:r>
              <a:rPr lang="vi-VN" dirty="0"/>
              <a:t>tích hợp thêm tay gắp, quadrotor có thể tương tác vật lý với môi trường như gắp vật thể, thu thập mẫu hoặc bám đậu để tiết kiệm năng lượng.</a:t>
            </a:r>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3</a:t>
            </a:fld>
            <a:endParaRPr lang="en-US" dirty="0"/>
          </a:p>
        </p:txBody>
      </p:sp>
    </p:spTree>
    <p:extLst>
      <p:ext uri="{BB962C8B-B14F-4D97-AF65-F5344CB8AC3E}">
        <p14:creationId xmlns:p14="http://schemas.microsoft.com/office/powerpoint/2010/main" val="458127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vi-VN" dirty="0"/>
              <a:t>Đồ án lấy cảm hứng từ cách chim đại bang săn mồi, em xây dựng quadrotor có gắn</a:t>
            </a:r>
            <a:r>
              <a:rPr lang="en-US" dirty="0"/>
              <a:t> </a:t>
            </a:r>
            <a:r>
              <a:rPr lang="en-US" dirty="0" err="1"/>
              <a:t>vật</a:t>
            </a:r>
            <a:r>
              <a:rPr lang="en-US" dirty="0"/>
              <a:t> </a:t>
            </a:r>
            <a:r>
              <a:rPr lang="en-US" dirty="0" err="1"/>
              <a:t>thể</a:t>
            </a:r>
            <a:endParaRPr lang="en-US" dirty="0"/>
          </a:p>
          <a:p>
            <a:r>
              <a:rPr lang="vi-VN" dirty="0"/>
              <a:t>vươn móng vuốt về phía sau để giảm vận tốc tương đối khi bắt cá.</a:t>
            </a:r>
            <a:endParaRPr lang="en-US" dirty="0"/>
          </a:p>
          <a:p>
            <a:r>
              <a:rPr lang="vi-VN" dirty="0"/>
              <a:t>đồ án của em đặt ra 3 mục tiêu lõi</a:t>
            </a:r>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4</a:t>
            </a:fld>
            <a:endParaRPr lang="en-US" dirty="0"/>
          </a:p>
        </p:txBody>
      </p:sp>
    </p:spTree>
    <p:extLst>
      <p:ext uri="{BB962C8B-B14F-4D97-AF65-F5344CB8AC3E}">
        <p14:creationId xmlns:p14="http://schemas.microsoft.com/office/powerpoint/2010/main" val="311908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vi-VN" dirty="0"/>
              <a:t>Để giải quyết bài toán, em đề xuất quy trình thực hiện gồm 4 bước</a:t>
            </a:r>
            <a:endParaRPr lang="en-US" dirty="0"/>
          </a:p>
          <a:p>
            <a:r>
              <a:rPr lang="en-US" dirty="0" err="1"/>
              <a:t>Tập</a:t>
            </a:r>
            <a:r>
              <a:rPr lang="en-US" dirty="0"/>
              <a:t> </a:t>
            </a:r>
            <a:r>
              <a:rPr lang="en-US" dirty="0" err="1"/>
              <a:t>trung</a:t>
            </a:r>
            <a:r>
              <a:rPr lang="en-US" dirty="0"/>
              <a:t> </a:t>
            </a:r>
            <a:r>
              <a:rPr lang="en-US" dirty="0" err="1"/>
              <a:t>vào</a:t>
            </a:r>
            <a:r>
              <a:rPr lang="en-US" dirty="0"/>
              <a:t> </a:t>
            </a:r>
            <a:r>
              <a:rPr lang="en-US" dirty="0" err="1"/>
              <a:t>thiết</a:t>
            </a:r>
            <a:r>
              <a:rPr lang="en-US" dirty="0"/>
              <a:t> </a:t>
            </a:r>
            <a:r>
              <a:rPr lang="en-US" dirty="0" err="1"/>
              <a:t>kế</a:t>
            </a:r>
            <a:r>
              <a:rPr lang="en-US" dirty="0"/>
              <a:t> </a:t>
            </a:r>
            <a:r>
              <a:rPr lang="en-US" dirty="0" err="1"/>
              <a:t>quỹ</a:t>
            </a:r>
            <a:r>
              <a:rPr lang="en-US" dirty="0"/>
              <a:t> </a:t>
            </a:r>
            <a:r>
              <a:rPr lang="en-US" dirty="0" err="1"/>
              <a:t>đạo</a:t>
            </a:r>
            <a:r>
              <a:rPr lang="en-US" dirty="0"/>
              <a:t> </a:t>
            </a:r>
            <a:r>
              <a:rPr lang="en-US" dirty="0" err="1"/>
              <a:t>theo</a:t>
            </a:r>
            <a:r>
              <a:rPr lang="en-US" dirty="0"/>
              <a:t> </a:t>
            </a:r>
            <a:r>
              <a:rPr lang="en-US" dirty="0" err="1"/>
              <a:t>quy</a:t>
            </a:r>
            <a:r>
              <a:rPr lang="en-US" dirty="0"/>
              <a:t> </a:t>
            </a:r>
            <a:r>
              <a:rPr lang="en-US" dirty="0" err="1"/>
              <a:t>hoạch</a:t>
            </a:r>
            <a:r>
              <a:rPr lang="en-US" dirty="0"/>
              <a:t> </a:t>
            </a:r>
            <a:r>
              <a:rPr lang="en-US" dirty="0" err="1"/>
              <a:t>toàn</a:t>
            </a:r>
            <a:r>
              <a:rPr lang="en-US" dirty="0"/>
              <a:t> </a:t>
            </a:r>
            <a:r>
              <a:rPr lang="en-US" dirty="0" err="1"/>
              <a:t>phương</a:t>
            </a:r>
            <a:r>
              <a:rPr lang="en-US" dirty="0"/>
              <a:t> QP </a:t>
            </a:r>
            <a:r>
              <a:rPr lang="en-US" dirty="0" err="1"/>
              <a:t>và</a:t>
            </a:r>
            <a:r>
              <a:rPr lang="en-US" dirty="0"/>
              <a:t> </a:t>
            </a:r>
            <a:r>
              <a:rPr lang="en-US" dirty="0" err="1"/>
              <a:t>thiết</a:t>
            </a:r>
            <a:r>
              <a:rPr lang="en-US" dirty="0"/>
              <a:t> </a:t>
            </a:r>
            <a:r>
              <a:rPr lang="en-US" dirty="0" err="1"/>
              <a:t>kế</a:t>
            </a:r>
            <a:r>
              <a:rPr lang="en-US" dirty="0"/>
              <a:t> </a:t>
            </a:r>
            <a:r>
              <a:rPr lang="en-US" dirty="0" err="1"/>
              <a:t>bộ</a:t>
            </a:r>
            <a:r>
              <a:rPr lang="en-US" dirty="0"/>
              <a:t> </a:t>
            </a:r>
            <a:r>
              <a:rPr lang="en-US" dirty="0" err="1"/>
              <a:t>điều</a:t>
            </a:r>
            <a:r>
              <a:rPr lang="en-US" dirty="0"/>
              <a:t> </a:t>
            </a:r>
            <a:r>
              <a:rPr lang="en-US" dirty="0" err="1"/>
              <a:t>khiển</a:t>
            </a:r>
            <a:r>
              <a:rPr lang="en-US" dirty="0"/>
              <a:t> </a:t>
            </a:r>
            <a:r>
              <a:rPr lang="en-US" dirty="0" err="1"/>
              <a:t>bằng</a:t>
            </a:r>
            <a:r>
              <a:rPr lang="en-US" dirty="0"/>
              <a:t> </a:t>
            </a:r>
            <a:r>
              <a:rPr lang="en-US" dirty="0" err="1"/>
              <a:t>việc</a:t>
            </a:r>
            <a:r>
              <a:rPr lang="en-US" dirty="0"/>
              <a:t> </a:t>
            </a:r>
            <a:r>
              <a:rPr lang="en-US" dirty="0" err="1"/>
              <a:t>kết</a:t>
            </a:r>
            <a:r>
              <a:rPr lang="en-US" dirty="0"/>
              <a:t> </a:t>
            </a:r>
            <a:r>
              <a:rPr lang="en-US" dirty="0" err="1"/>
              <a:t>hợp</a:t>
            </a:r>
            <a:r>
              <a:rPr lang="en-US" dirty="0"/>
              <a:t> </a:t>
            </a:r>
            <a:r>
              <a:rPr lang="en-US" dirty="0" err="1"/>
              <a:t>pd+ff</a:t>
            </a:r>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5</a:t>
            </a:fld>
            <a:endParaRPr lang="en-US" dirty="0"/>
          </a:p>
        </p:txBody>
      </p:sp>
    </p:spTree>
    <p:extLst>
      <p:ext uri="{BB962C8B-B14F-4D97-AF65-F5344CB8AC3E}">
        <p14:creationId xmlns:p14="http://schemas.microsoft.com/office/powerpoint/2010/main" val="28474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Trong phần mô hình hóa, em sử dụng phương </a:t>
            </a:r>
            <a:r>
              <a:rPr lang="vi-VN" sz="1200" kern="1200">
                <a:solidFill>
                  <a:schemeClr val="tx1"/>
                </a:solidFill>
                <a:effectLst/>
                <a:latin typeface="+mn-lt"/>
                <a:ea typeface="+mn-ea"/>
                <a:cs typeface="+mn-cs"/>
              </a:rPr>
              <a:t>pháp Euler-Lagrange</a:t>
            </a:r>
            <a:r>
              <a:rPr lang="vi-VN"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vi-VN" dirty="0"/>
              <a:t>Phương pháp này cho phép xây dựng phương trình động lực học dựa trên năng lượng mà không cần tính trực tiếp các phản lực liên kết.</a:t>
            </a:r>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6</a:t>
            </a:fld>
            <a:endParaRPr lang="en-US" dirty="0"/>
          </a:p>
        </p:txBody>
      </p:sp>
    </p:spTree>
    <p:extLst>
      <p:ext uri="{BB962C8B-B14F-4D97-AF65-F5344CB8AC3E}">
        <p14:creationId xmlns:p14="http://schemas.microsoft.com/office/powerpoint/2010/main" val="9407991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vi-VN" dirty="0"/>
              <a:t>Từ hàm Lagrange, em xây dựng được phương trình động lực học tổng quát và biểu diễn nó dưới dạng không gian trạng thái</a:t>
            </a:r>
            <a:endParaRPr lang="en-US" dirty="0"/>
          </a:p>
          <a:p>
            <a:r>
              <a:rPr lang="vi-VN" sz="1200" kern="1200" dirty="0">
                <a:solidFill>
                  <a:schemeClr val="tx1"/>
                </a:solidFill>
                <a:effectLst/>
                <a:latin typeface="+mn-lt"/>
                <a:ea typeface="+mn-ea"/>
                <a:cs typeface="+mn-cs"/>
              </a:rPr>
              <a:t>Trong đó các ma trận $D$, $G$, $C$ lần lượt là ma trận quán tính, </a:t>
            </a:r>
            <a:r>
              <a:rPr lang="en-US" sz="1200" kern="1200" dirty="0" err="1">
                <a:solidFill>
                  <a:schemeClr val="tx1"/>
                </a:solidFill>
                <a:effectLst/>
                <a:latin typeface="+mn-lt"/>
                <a:ea typeface="+mn-ea"/>
                <a:cs typeface="+mn-cs"/>
              </a:rPr>
              <a:t>vecto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trọng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lực</a:t>
            </a:r>
            <a:r>
              <a:rPr lang="vi-VN" sz="1200" kern="1200" dirty="0">
                <a:solidFill>
                  <a:schemeClr val="tx1"/>
                </a:solidFill>
                <a:effectLst/>
                <a:latin typeface="+mn-lt"/>
                <a:ea typeface="+mn-ea"/>
                <a:cs typeface="+mn-cs"/>
              </a:rPr>
              <a:t>, Coriolis và $F$ là vector lực tác dụng. </a:t>
            </a:r>
            <a:endParaRPr lang="vi-VN" dirty="0"/>
          </a:p>
        </p:txBody>
      </p:sp>
      <p:sp>
        <p:nvSpPr>
          <p:cNvPr id="4" name="Slide Number Placeholder 3"/>
          <p:cNvSpPr>
            <a:spLocks noGrp="1"/>
          </p:cNvSpPr>
          <p:nvPr>
            <p:ph type="sldNum" sz="quarter" idx="5"/>
          </p:nvPr>
        </p:nvSpPr>
        <p:spPr/>
        <p:txBody>
          <a:bodyPr/>
          <a:lstStyle/>
          <a:p>
            <a:fld id="{AB2FC7A4-3D1B-482D-8C9D-7642A2CE3076}" type="slidenum">
              <a:rPr lang="en-US" smtClean="0"/>
              <a:t>7</a:t>
            </a:fld>
            <a:endParaRPr lang="en-US" dirty="0"/>
          </a:p>
        </p:txBody>
      </p:sp>
    </p:spTree>
    <p:extLst>
      <p:ext uri="{BB962C8B-B14F-4D97-AF65-F5344CB8AC3E}">
        <p14:creationId xmlns:p14="http://schemas.microsoft.com/office/powerpoint/2010/main" val="2834142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vi-VN" dirty="0"/>
              <a:t>"Về thiết kế quỹ đạo, bài toán đặt ra yêu cầu quadrotor phải gắp được vật thể khi đang bay một cách trơn tru, ổn định, với vị trí và vận tốc khớp </a:t>
            </a:r>
            <a:r>
              <a:rPr lang="en-US" dirty="0" err="1"/>
              <a:t>phù</a:t>
            </a:r>
            <a:r>
              <a:rPr lang="en-US" dirty="0"/>
              <a:t> </a:t>
            </a:r>
            <a:r>
              <a:rPr lang="en-US" dirty="0" err="1"/>
              <a:t>hợp</a:t>
            </a:r>
            <a:r>
              <a:rPr lang="en-US" dirty="0"/>
              <a:t> </a:t>
            </a:r>
            <a:r>
              <a:rPr lang="vi-VN" dirty="0"/>
              <a:t>tại thời điểm gắp.</a:t>
            </a:r>
            <a:endParaRPr lang="en-US" dirty="0"/>
          </a:p>
          <a:p>
            <a:r>
              <a:rPr lang="en-US" dirty="0" err="1"/>
              <a:t>Lấy</a:t>
            </a:r>
            <a:r>
              <a:rPr lang="en-US" dirty="0"/>
              <a:t> </a:t>
            </a:r>
            <a:r>
              <a:rPr lang="en-US" dirty="0" err="1"/>
              <a:t>cảm</a:t>
            </a:r>
            <a:r>
              <a:rPr lang="en-US" dirty="0"/>
              <a:t> </a:t>
            </a:r>
            <a:r>
              <a:rPr lang="en-US" dirty="0" err="1"/>
              <a:t>hứng</a:t>
            </a:r>
            <a:r>
              <a:rPr lang="en-US" dirty="0"/>
              <a:t> </a:t>
            </a:r>
            <a:r>
              <a:rPr lang="en-US" dirty="0" err="1"/>
              <a:t>từ</a:t>
            </a:r>
            <a:r>
              <a:rPr lang="en-US" dirty="0"/>
              <a:t> </a:t>
            </a:r>
            <a:r>
              <a:rPr lang="en-US" dirty="0" err="1"/>
              <a:t>việc</a:t>
            </a:r>
            <a:r>
              <a:rPr lang="en-US" dirty="0"/>
              <a:t> </a:t>
            </a:r>
            <a:r>
              <a:rPr lang="en-US" dirty="0" err="1"/>
              <a:t>săn</a:t>
            </a:r>
            <a:r>
              <a:rPr lang="en-US" dirty="0"/>
              <a:t> </a:t>
            </a:r>
            <a:r>
              <a:rPr lang="en-US" dirty="0" err="1"/>
              <a:t>mồi</a:t>
            </a:r>
            <a:r>
              <a:rPr lang="en-US" dirty="0"/>
              <a:t> </a:t>
            </a:r>
            <a:r>
              <a:rPr lang="en-US" dirty="0" err="1"/>
              <a:t>của</a:t>
            </a:r>
            <a:r>
              <a:rPr lang="en-US" dirty="0"/>
              <a:t> </a:t>
            </a:r>
            <a:r>
              <a:rPr lang="en-US" dirty="0" err="1"/>
              <a:t>chim</a:t>
            </a:r>
            <a:r>
              <a:rPr lang="en-US" dirty="0"/>
              <a:t> </a:t>
            </a:r>
            <a:r>
              <a:rPr lang="en-US" dirty="0" err="1"/>
              <a:t>đại</a:t>
            </a:r>
            <a:r>
              <a:rPr lang="en-US" dirty="0"/>
              <a:t> </a:t>
            </a:r>
            <a:r>
              <a:rPr lang="en-US" dirty="0" err="1"/>
              <a:t>bàng</a:t>
            </a:r>
            <a:r>
              <a:rPr lang="en-US" dirty="0"/>
              <a:t> , </a:t>
            </a:r>
            <a:r>
              <a:rPr lang="en-US" dirty="0" err="1"/>
              <a:t>em</a:t>
            </a:r>
            <a:r>
              <a:rPr lang="en-US" dirty="0"/>
              <a:t> chia </a:t>
            </a:r>
            <a:r>
              <a:rPr lang="en-US" dirty="0" err="1"/>
              <a:t>quỹ</a:t>
            </a:r>
            <a:r>
              <a:rPr lang="en-US" dirty="0"/>
              <a:t> </a:t>
            </a:r>
            <a:r>
              <a:rPr lang="en-US" dirty="0" err="1"/>
              <a:t>đạo</a:t>
            </a:r>
            <a:r>
              <a:rPr lang="en-US" dirty="0"/>
              <a:t> </a:t>
            </a:r>
            <a:r>
              <a:rPr lang="en-US" dirty="0" err="1"/>
              <a:t>làm</a:t>
            </a:r>
            <a:r>
              <a:rPr lang="en-US" dirty="0"/>
              <a:t> 3 </a:t>
            </a:r>
            <a:r>
              <a:rPr lang="en-US" dirty="0" err="1"/>
              <a:t>giai</a:t>
            </a:r>
            <a:r>
              <a:rPr lang="en-US" dirty="0"/>
              <a:t> </a:t>
            </a:r>
            <a:r>
              <a:rPr lang="en-US" dirty="0" err="1"/>
              <a:t>đoạn</a:t>
            </a:r>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8</a:t>
            </a:fld>
            <a:endParaRPr lang="en-US" dirty="0"/>
          </a:p>
        </p:txBody>
      </p:sp>
    </p:spTree>
    <p:extLst>
      <p:ext uri="{BB962C8B-B14F-4D97-AF65-F5344CB8AC3E}">
        <p14:creationId xmlns:p14="http://schemas.microsoft.com/office/powerpoint/2010/main" val="31505024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8D939-439E-A1E7-33B5-1884A0F7AF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D8FEE-8D6C-46CE-9CD9-00AC8C5539F2}"/>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98979EF3-57CD-D069-96C6-C0475B15F392}"/>
              </a:ext>
            </a:extLst>
          </p:cNvPr>
          <p:cNvSpPr>
            <a:spLocks noGrp="1"/>
          </p:cNvSpPr>
          <p:nvPr>
            <p:ph type="body" idx="1"/>
          </p:nvPr>
        </p:nvSpPr>
        <p:spPr/>
        <p:txBody>
          <a:bodyPr/>
          <a:lstStyle/>
          <a:p>
            <a:r>
              <a:rPr lang="vi-VN" dirty="0"/>
              <a:t>Trước khi gắp (tiếp cận), Giai đoạn gắp (chạm mục tiêu), và Sau khi gắp (kéo vật thể lên). Quỹ đạo được thiết kế trực tiếp trên các biến chuyển động và ưu tiên sự liên tục ở các đạo hàm bậc cao để giảm hiện tượng rung giật</a:t>
            </a:r>
            <a:endParaRPr lang="en-US" dirty="0"/>
          </a:p>
        </p:txBody>
      </p:sp>
      <p:sp>
        <p:nvSpPr>
          <p:cNvPr id="4" name="Slide Number Placeholder 3">
            <a:extLst>
              <a:ext uri="{FF2B5EF4-FFF2-40B4-BE49-F238E27FC236}">
                <a16:creationId xmlns:a16="http://schemas.microsoft.com/office/drawing/2014/main" id="{99869D57-0444-D599-ADF3-3A7E1301E4CF}"/>
              </a:ext>
            </a:extLst>
          </p:cNvPr>
          <p:cNvSpPr>
            <a:spLocks noGrp="1"/>
          </p:cNvSpPr>
          <p:nvPr>
            <p:ph type="sldNum" sz="quarter" idx="5"/>
          </p:nvPr>
        </p:nvSpPr>
        <p:spPr/>
        <p:txBody>
          <a:bodyPr/>
          <a:lstStyle/>
          <a:p>
            <a:fld id="{AB2FC7A4-3D1B-482D-8C9D-7642A2CE3076}" type="slidenum">
              <a:rPr lang="en-US" smtClean="0"/>
              <a:t>9</a:t>
            </a:fld>
            <a:endParaRPr lang="en-US" dirty="0"/>
          </a:p>
        </p:txBody>
      </p:sp>
    </p:spTree>
    <p:extLst>
      <p:ext uri="{BB962C8B-B14F-4D97-AF65-F5344CB8AC3E}">
        <p14:creationId xmlns:p14="http://schemas.microsoft.com/office/powerpoint/2010/main" val="20004830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660B9-55BB-6DD2-4AF5-1C0A55E0C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1012DB-9722-82FA-2F4B-3CFA3E6738F7}"/>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50BBC238-B918-F145-D4A0-AD55EB3F78AF}"/>
              </a:ext>
            </a:extLst>
          </p:cNvPr>
          <p:cNvSpPr>
            <a:spLocks noGrp="1"/>
          </p:cNvSpPr>
          <p:nvPr>
            <p:ph type="body" idx="1"/>
          </p:nvPr>
        </p:nvSpPr>
        <p:spPr/>
        <p:txBody>
          <a:bodyPr/>
          <a:lstStyle/>
          <a:p>
            <a:r>
              <a:rPr lang="vi-VN" dirty="0"/>
              <a:t>Thay vì chỉ vẽ một quỹ đạo hình học, </a:t>
            </a:r>
            <a:r>
              <a:rPr lang="en-US" dirty="0" err="1"/>
              <a:t>em</a:t>
            </a:r>
            <a:r>
              <a:rPr lang="en-US" dirty="0"/>
              <a:t> </a:t>
            </a:r>
            <a:r>
              <a:rPr lang="vi-VN" dirty="0"/>
              <a:t>tiếp cận bài toán theo hướng tối ưu hóa,</a:t>
            </a:r>
            <a:endParaRPr lang="en-US" dirty="0"/>
          </a:p>
          <a:p>
            <a:r>
              <a:rPr lang="vi-VN" dirty="0"/>
              <a:t> trong đó quỹ đạo tốt nhất là quỹ đạo làm</a:t>
            </a:r>
            <a:r>
              <a:rPr lang="en-US" dirty="0"/>
              <a:t> </a:t>
            </a:r>
            <a:r>
              <a:rPr lang="en-US" dirty="0" err="1"/>
              <a:t>cho</a:t>
            </a:r>
            <a:r>
              <a:rPr lang="en-US" dirty="0"/>
              <a:t> quad </a:t>
            </a:r>
            <a:r>
              <a:rPr lang="en-US" dirty="0" err="1"/>
              <a:t>chuyển</a:t>
            </a:r>
            <a:r>
              <a:rPr lang="en-US" dirty="0"/>
              <a:t> </a:t>
            </a:r>
            <a:r>
              <a:rPr lang="en-US" dirty="0" err="1"/>
              <a:t>động</a:t>
            </a:r>
            <a:r>
              <a:rPr lang="en-US" dirty="0"/>
              <a:t> </a:t>
            </a:r>
            <a:r>
              <a:rPr lang="en-US" dirty="0" err="1"/>
              <a:t>mượt</a:t>
            </a:r>
            <a:r>
              <a:rPr lang="en-US" dirty="0"/>
              <a:t> </a:t>
            </a:r>
            <a:r>
              <a:rPr lang="en-US" dirty="0" err="1"/>
              <a:t>mà</a:t>
            </a:r>
            <a:r>
              <a:rPr lang="en-US" dirty="0"/>
              <a:t> </a:t>
            </a:r>
            <a:r>
              <a:rPr lang="en-US" dirty="0" err="1"/>
              <a:t>và</a:t>
            </a:r>
            <a:r>
              <a:rPr lang="en-US" dirty="0"/>
              <a:t> </a:t>
            </a:r>
            <a:r>
              <a:rPr lang="en-US" dirty="0" err="1"/>
              <a:t>tiêu</a:t>
            </a:r>
            <a:r>
              <a:rPr lang="en-US" dirty="0"/>
              <a:t> hao </a:t>
            </a:r>
            <a:r>
              <a:rPr lang="en-US" dirty="0" err="1"/>
              <a:t>ít</a:t>
            </a:r>
            <a:r>
              <a:rPr lang="en-US" dirty="0"/>
              <a:t> </a:t>
            </a:r>
            <a:r>
              <a:rPr lang="en-US" dirty="0" err="1"/>
              <a:t>năng</a:t>
            </a:r>
            <a:r>
              <a:rPr lang="en-US" dirty="0"/>
              <a:t> </a:t>
            </a:r>
            <a:r>
              <a:rPr lang="en-US" dirty="0" err="1"/>
              <a:t>lượng</a:t>
            </a:r>
            <a:r>
              <a:rPr lang="en-US" dirty="0"/>
              <a:t> </a:t>
            </a:r>
            <a:r>
              <a:rPr lang="en-US" dirty="0" err="1"/>
              <a:t>nhất</a:t>
            </a:r>
            <a:r>
              <a:rPr lang="en-US" dirty="0"/>
              <a:t> </a:t>
            </a:r>
          </a:p>
          <a:p>
            <a:r>
              <a:rPr lang="en-US" dirty="0" err="1"/>
              <a:t>Hàm</a:t>
            </a:r>
            <a:r>
              <a:rPr lang="en-US" dirty="0"/>
              <a:t> chi </a:t>
            </a:r>
            <a:r>
              <a:rPr lang="en-US" dirty="0" err="1"/>
              <a:t>phí</a:t>
            </a:r>
            <a:r>
              <a:rPr lang="en-US" dirty="0"/>
              <a:t> </a:t>
            </a:r>
            <a:r>
              <a:rPr lang="en-US" dirty="0" err="1"/>
              <a:t>được</a:t>
            </a:r>
            <a:r>
              <a:rPr lang="en-US" dirty="0"/>
              <a:t> </a:t>
            </a:r>
            <a:r>
              <a:rPr lang="en-US" dirty="0" err="1"/>
              <a:t>xây</a:t>
            </a:r>
            <a:r>
              <a:rPr lang="en-US" dirty="0"/>
              <a:t> </a:t>
            </a:r>
            <a:r>
              <a:rPr lang="en-US" dirty="0" err="1"/>
              <a:t>dựng</a:t>
            </a:r>
            <a:r>
              <a:rPr lang="en-US" dirty="0"/>
              <a:t> </a:t>
            </a:r>
            <a:r>
              <a:rPr lang="en-US" dirty="0" err="1"/>
              <a:t>dựa</a:t>
            </a:r>
            <a:r>
              <a:rPr lang="en-US" dirty="0"/>
              <a:t> </a:t>
            </a:r>
            <a:r>
              <a:rPr lang="en-US" dirty="0" err="1"/>
              <a:t>trên</a:t>
            </a:r>
            <a:r>
              <a:rPr lang="en-US" dirty="0"/>
              <a:t> </a:t>
            </a:r>
            <a:r>
              <a:rPr lang="en-US" dirty="0" err="1"/>
              <a:t>đạo</a:t>
            </a:r>
            <a:r>
              <a:rPr lang="en-US" dirty="0"/>
              <a:t> </a:t>
            </a:r>
            <a:r>
              <a:rPr lang="en-US" dirty="0" err="1"/>
              <a:t>hàm</a:t>
            </a:r>
            <a:r>
              <a:rPr lang="en-US" dirty="0"/>
              <a:t> </a:t>
            </a:r>
            <a:r>
              <a:rPr lang="en-US" dirty="0" err="1"/>
              <a:t>bậc</a:t>
            </a:r>
            <a:r>
              <a:rPr lang="en-US" dirty="0"/>
              <a:t> 4, </a:t>
            </a:r>
            <a:r>
              <a:rPr lang="en-US" dirty="0" err="1"/>
              <a:t>vì</a:t>
            </a:r>
            <a:r>
              <a:rPr lang="en-US" dirty="0"/>
              <a:t> moment </a:t>
            </a:r>
            <a:r>
              <a:rPr lang="en-US" dirty="0" err="1"/>
              <a:t>phụ</a:t>
            </a:r>
            <a:r>
              <a:rPr lang="en-US" dirty="0"/>
              <a:t> </a:t>
            </a:r>
            <a:r>
              <a:rPr lang="en-US" dirty="0" err="1"/>
              <a:t>thuộc</a:t>
            </a:r>
            <a:r>
              <a:rPr lang="en-US" dirty="0"/>
              <a:t> </a:t>
            </a:r>
            <a:r>
              <a:rPr lang="en-US" dirty="0" err="1"/>
              <a:t>vào</a:t>
            </a:r>
            <a:r>
              <a:rPr lang="en-US" dirty="0"/>
              <a:t> </a:t>
            </a:r>
            <a:r>
              <a:rPr lang="en-US" dirty="0" err="1"/>
              <a:t>đại</a:t>
            </a:r>
            <a:r>
              <a:rPr lang="en-US" dirty="0"/>
              <a:t> </a:t>
            </a:r>
            <a:r>
              <a:rPr lang="en-US" dirty="0" err="1"/>
              <a:t>lương</a:t>
            </a:r>
            <a:r>
              <a:rPr lang="en-US" dirty="0"/>
              <a:t> </a:t>
            </a:r>
            <a:r>
              <a:rPr lang="en-US" dirty="0" err="1"/>
              <a:t>này</a:t>
            </a:r>
            <a:endParaRPr lang="en-US" dirty="0"/>
          </a:p>
          <a:p>
            <a:r>
              <a:rPr lang="en-US" dirty="0" err="1"/>
              <a:t>Đưa</a:t>
            </a:r>
            <a:r>
              <a:rPr lang="en-US" dirty="0"/>
              <a:t> </a:t>
            </a:r>
            <a:r>
              <a:rPr lang="en-US" dirty="0" err="1"/>
              <a:t>ra</a:t>
            </a:r>
            <a:r>
              <a:rPr lang="en-US" dirty="0"/>
              <a:t> 1 </a:t>
            </a:r>
            <a:r>
              <a:rPr lang="en-US" dirty="0" err="1"/>
              <a:t>quỹ</a:t>
            </a:r>
            <a:r>
              <a:rPr lang="en-US" dirty="0"/>
              <a:t> </a:t>
            </a:r>
            <a:r>
              <a:rPr lang="en-US" dirty="0" err="1"/>
              <a:t>đạo</a:t>
            </a:r>
            <a:r>
              <a:rPr lang="en-US" dirty="0"/>
              <a:t> </a:t>
            </a:r>
            <a:r>
              <a:rPr lang="en-US" dirty="0" err="1"/>
              <a:t>mượt</a:t>
            </a:r>
            <a:r>
              <a:rPr lang="en-US" dirty="0"/>
              <a:t> </a:t>
            </a:r>
            <a:r>
              <a:rPr lang="en-US" dirty="0" err="1"/>
              <a:t>mà</a:t>
            </a:r>
            <a:r>
              <a:rPr lang="en-US" dirty="0"/>
              <a:t> ko </a:t>
            </a:r>
            <a:r>
              <a:rPr lang="en-US" dirty="0" err="1"/>
              <a:t>giật</a:t>
            </a:r>
            <a:r>
              <a:rPr lang="en-US" dirty="0"/>
              <a:t> </a:t>
            </a:r>
            <a:r>
              <a:rPr lang="en-US" dirty="0" err="1"/>
              <a:t>cục</a:t>
            </a:r>
            <a:r>
              <a:rPr lang="en-US" dirty="0"/>
              <a:t> </a:t>
            </a:r>
            <a:r>
              <a:rPr lang="en-US" dirty="0" err="1"/>
              <a:t>khi</a:t>
            </a:r>
            <a:r>
              <a:rPr lang="en-US" dirty="0"/>
              <a:t> </a:t>
            </a:r>
            <a:r>
              <a:rPr lang="en-US" dirty="0" err="1"/>
              <a:t>phải</a:t>
            </a:r>
            <a:r>
              <a:rPr lang="en-US" dirty="0"/>
              <a:t> </a:t>
            </a:r>
            <a:r>
              <a:rPr lang="en-US" dirty="0" err="1"/>
              <a:t>thay</a:t>
            </a:r>
            <a:r>
              <a:rPr lang="en-US" dirty="0"/>
              <a:t> </a:t>
            </a:r>
            <a:r>
              <a:rPr lang="en-US" dirty="0" err="1"/>
              <a:t>đổi</a:t>
            </a:r>
            <a:r>
              <a:rPr lang="en-US" dirty="0"/>
              <a:t> </a:t>
            </a:r>
            <a:r>
              <a:rPr lang="en-US" dirty="0" err="1"/>
              <a:t>tốc</a:t>
            </a:r>
            <a:r>
              <a:rPr lang="en-US" dirty="0"/>
              <a:t> </a:t>
            </a:r>
            <a:r>
              <a:rPr lang="en-US" dirty="0" err="1"/>
              <a:t>độ</a:t>
            </a:r>
            <a:r>
              <a:rPr lang="en-US" dirty="0"/>
              <a:t> </a:t>
            </a:r>
            <a:r>
              <a:rPr lang="en-US" dirty="0" err="1"/>
              <a:t>quá</a:t>
            </a:r>
            <a:r>
              <a:rPr lang="en-US" dirty="0"/>
              <a:t> </a:t>
            </a:r>
            <a:r>
              <a:rPr lang="en-US" dirty="0" err="1"/>
              <a:t>nhanh</a:t>
            </a:r>
            <a:r>
              <a:rPr lang="en-US" dirty="0"/>
              <a:t> </a:t>
            </a:r>
            <a:r>
              <a:rPr lang="en-US" dirty="0" err="1"/>
              <a:t>thỏa</a:t>
            </a:r>
            <a:r>
              <a:rPr lang="en-US" dirty="0"/>
              <a:t> </a:t>
            </a:r>
            <a:r>
              <a:rPr lang="en-US" dirty="0" err="1"/>
              <a:t>mãn</a:t>
            </a:r>
            <a:r>
              <a:rPr lang="en-US" dirty="0"/>
              <a:t> </a:t>
            </a:r>
            <a:r>
              <a:rPr lang="en-US" dirty="0" err="1"/>
              <a:t>các</a:t>
            </a:r>
            <a:r>
              <a:rPr lang="en-US" dirty="0"/>
              <a:t> </a:t>
            </a:r>
            <a:r>
              <a:rPr lang="en-US" dirty="0" err="1"/>
              <a:t>giới</a:t>
            </a:r>
            <a:r>
              <a:rPr lang="en-US" dirty="0"/>
              <a:t> </a:t>
            </a:r>
            <a:r>
              <a:rPr lang="en-US" dirty="0" err="1"/>
              <a:t>hạn</a:t>
            </a:r>
            <a:r>
              <a:rPr lang="en-US" dirty="0"/>
              <a:t> </a:t>
            </a:r>
            <a:r>
              <a:rPr lang="en-US" dirty="0" err="1"/>
              <a:t>vật</a:t>
            </a:r>
            <a:r>
              <a:rPr lang="en-US" dirty="0"/>
              <a:t> </a:t>
            </a:r>
            <a:r>
              <a:rPr lang="en-US" dirty="0" err="1"/>
              <a:t>lý</a:t>
            </a:r>
            <a:r>
              <a:rPr lang="en-US" dirty="0"/>
              <a:t> </a:t>
            </a:r>
            <a:r>
              <a:rPr lang="en-US" dirty="0" err="1"/>
              <a:t>của</a:t>
            </a:r>
            <a:r>
              <a:rPr lang="en-US" dirty="0"/>
              <a:t> </a:t>
            </a:r>
            <a:r>
              <a:rPr lang="en-US" dirty="0" err="1"/>
              <a:t>phần</a:t>
            </a:r>
            <a:r>
              <a:rPr lang="en-US" dirty="0"/>
              <a:t> </a:t>
            </a:r>
            <a:r>
              <a:rPr lang="en-US" dirty="0" err="1"/>
              <a:t>cứng</a:t>
            </a:r>
            <a:r>
              <a:rPr lang="en-US" dirty="0"/>
              <a:t>, </a:t>
            </a:r>
            <a:r>
              <a:rPr lang="en-US" dirty="0" err="1"/>
              <a:t>và</a:t>
            </a:r>
            <a:r>
              <a:rPr lang="en-US" dirty="0"/>
              <a:t> </a:t>
            </a:r>
            <a:r>
              <a:rPr lang="en-US" dirty="0" err="1"/>
              <a:t>tiêu</a:t>
            </a:r>
            <a:r>
              <a:rPr lang="en-US" dirty="0"/>
              <a:t> hao </a:t>
            </a:r>
            <a:r>
              <a:rPr lang="en-US" dirty="0" err="1"/>
              <a:t>ít</a:t>
            </a:r>
            <a:r>
              <a:rPr lang="en-US" dirty="0"/>
              <a:t> </a:t>
            </a:r>
            <a:r>
              <a:rPr lang="en-US" dirty="0" err="1"/>
              <a:t>năng</a:t>
            </a:r>
            <a:r>
              <a:rPr lang="en-US" dirty="0"/>
              <a:t> </a:t>
            </a:r>
            <a:r>
              <a:rPr lang="en-US" dirty="0" err="1"/>
              <a:t>lượng</a:t>
            </a:r>
            <a:r>
              <a:rPr lang="en-US" dirty="0"/>
              <a:t> </a:t>
            </a:r>
            <a:r>
              <a:rPr lang="en-US" dirty="0" err="1"/>
              <a:t>nhất</a:t>
            </a:r>
            <a:endParaRPr lang="en-US" dirty="0"/>
          </a:p>
          <a:p>
            <a:endParaRPr lang="en-US" dirty="0"/>
          </a:p>
        </p:txBody>
      </p:sp>
      <p:sp>
        <p:nvSpPr>
          <p:cNvPr id="4" name="Slide Number Placeholder 3">
            <a:extLst>
              <a:ext uri="{FF2B5EF4-FFF2-40B4-BE49-F238E27FC236}">
                <a16:creationId xmlns:a16="http://schemas.microsoft.com/office/drawing/2014/main" id="{A0C52E8D-39AB-46F0-4399-E4D395FDF6F5}"/>
              </a:ext>
            </a:extLst>
          </p:cNvPr>
          <p:cNvSpPr>
            <a:spLocks noGrp="1"/>
          </p:cNvSpPr>
          <p:nvPr>
            <p:ph type="sldNum" sz="quarter" idx="5"/>
          </p:nvPr>
        </p:nvSpPr>
        <p:spPr/>
        <p:txBody>
          <a:bodyPr/>
          <a:lstStyle/>
          <a:p>
            <a:fld id="{AB2FC7A4-3D1B-482D-8C9D-7642A2CE3076}" type="slidenum">
              <a:rPr lang="en-US" smtClean="0"/>
              <a:t>10</a:t>
            </a:fld>
            <a:endParaRPr lang="en-US" dirty="0"/>
          </a:p>
        </p:txBody>
      </p:sp>
    </p:spTree>
    <p:extLst>
      <p:ext uri="{BB962C8B-B14F-4D97-AF65-F5344CB8AC3E}">
        <p14:creationId xmlns:p14="http://schemas.microsoft.com/office/powerpoint/2010/main" val="3617061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Quỹ</a:t>
            </a:r>
            <a:r>
              <a:rPr lang="en-US" dirty="0"/>
              <a:t> </a:t>
            </a:r>
            <a:r>
              <a:rPr lang="en-US" dirty="0" err="1"/>
              <a:t>đạo</a:t>
            </a:r>
            <a:r>
              <a:rPr lang="en-US" dirty="0"/>
              <a:t> </a:t>
            </a:r>
            <a:r>
              <a:rPr lang="en-US" dirty="0" err="1"/>
              <a:t>trơn</a:t>
            </a:r>
            <a:r>
              <a:rPr lang="en-US" dirty="0"/>
              <a:t> , </a:t>
            </a:r>
            <a:r>
              <a:rPr lang="en-US" dirty="0" err="1"/>
              <a:t>mượt</a:t>
            </a:r>
            <a:r>
              <a:rPr lang="en-US" dirty="0"/>
              <a:t> </a:t>
            </a:r>
            <a:r>
              <a:rPr lang="en-US" dirty="0" err="1"/>
              <a:t>không</a:t>
            </a:r>
            <a:r>
              <a:rPr lang="en-US" dirty="0"/>
              <a:t> </a:t>
            </a:r>
            <a:r>
              <a:rPr lang="en-US" dirty="0" err="1"/>
              <a:t>có</a:t>
            </a:r>
            <a:r>
              <a:rPr lang="en-US" dirty="0"/>
              <a:t> </a:t>
            </a:r>
            <a:r>
              <a:rPr lang="en-US" dirty="0" err="1"/>
              <a:t>điểm</a:t>
            </a:r>
            <a:r>
              <a:rPr lang="en-US" dirty="0"/>
              <a:t> </a:t>
            </a:r>
            <a:r>
              <a:rPr lang="en-US" dirty="0" err="1"/>
              <a:t>gãy</a:t>
            </a:r>
            <a:r>
              <a:rPr lang="en-US" dirty="0"/>
              <a:t> </a:t>
            </a:r>
            <a:r>
              <a:rPr lang="en-US" dirty="0" err="1"/>
              <a:t>khúc</a:t>
            </a:r>
            <a:r>
              <a:rPr lang="en-US" dirty="0"/>
              <a:t>, </a:t>
            </a:r>
            <a:r>
              <a:rPr lang="en-US" dirty="0" err="1"/>
              <a:t>thỏa</a:t>
            </a:r>
            <a:r>
              <a:rPr lang="en-US" dirty="0"/>
              <a:t> </a:t>
            </a:r>
            <a:r>
              <a:rPr lang="en-US" dirty="0" err="1"/>
              <a:t>mãn</a:t>
            </a:r>
            <a:r>
              <a:rPr lang="en-US" dirty="0"/>
              <a:t> </a:t>
            </a:r>
            <a:r>
              <a:rPr lang="en-US" dirty="0" err="1"/>
              <a:t>các</a:t>
            </a:r>
            <a:r>
              <a:rPr lang="en-US" dirty="0"/>
              <a:t> </a:t>
            </a:r>
            <a:r>
              <a:rPr lang="en-US" dirty="0" err="1"/>
              <a:t>điều</a:t>
            </a:r>
            <a:r>
              <a:rPr lang="en-US" dirty="0"/>
              <a:t> </a:t>
            </a:r>
            <a:r>
              <a:rPr lang="en-US" dirty="0" err="1"/>
              <a:t>kiện</a:t>
            </a:r>
            <a:r>
              <a:rPr lang="en-US" dirty="0"/>
              <a:t> rang </a:t>
            </a:r>
            <a:r>
              <a:rPr lang="en-US" dirty="0" err="1"/>
              <a:t>buộc</a:t>
            </a:r>
            <a:endParaRPr lang="en-US" dirty="0"/>
          </a:p>
          <a:p>
            <a:r>
              <a:rPr lang="en-US" dirty="0" err="1"/>
              <a:t>Qp</a:t>
            </a:r>
            <a:r>
              <a:rPr lang="en-US" dirty="0"/>
              <a:t> </a:t>
            </a:r>
            <a:r>
              <a:rPr lang="en-US" dirty="0" err="1"/>
              <a:t>giải</a:t>
            </a:r>
            <a:r>
              <a:rPr lang="en-US" dirty="0"/>
              <a:t> </a:t>
            </a:r>
            <a:r>
              <a:rPr lang="en-US" dirty="0" err="1"/>
              <a:t>thế</a:t>
            </a:r>
            <a:r>
              <a:rPr lang="en-US" dirty="0"/>
              <a:t> </a:t>
            </a:r>
            <a:r>
              <a:rPr lang="en-US" dirty="0" err="1"/>
              <a:t>nào</a:t>
            </a:r>
            <a:r>
              <a:rPr lang="en-US" dirty="0"/>
              <a:t>, </a:t>
            </a:r>
            <a:r>
              <a:rPr lang="en-US" dirty="0" err="1"/>
              <a:t>trực</a:t>
            </a:r>
            <a:r>
              <a:rPr lang="en-US" dirty="0"/>
              <a:t> </a:t>
            </a:r>
            <a:r>
              <a:rPr lang="en-US" dirty="0" err="1"/>
              <a:t>tiếp</a:t>
            </a:r>
            <a:r>
              <a:rPr lang="en-US" dirty="0"/>
              <a:t> hay dung </a:t>
            </a:r>
            <a:r>
              <a:rPr lang="en-US" dirty="0" err="1"/>
              <a:t>thư</a:t>
            </a:r>
            <a:r>
              <a:rPr lang="en-US" dirty="0"/>
              <a:t> </a:t>
            </a:r>
            <a:r>
              <a:rPr lang="en-US"/>
              <a:t>viện</a:t>
            </a:r>
            <a:endParaRPr lang="en-US" dirty="0"/>
          </a:p>
        </p:txBody>
      </p:sp>
      <p:sp>
        <p:nvSpPr>
          <p:cNvPr id="4" name="Slide Number Placeholder 3"/>
          <p:cNvSpPr>
            <a:spLocks noGrp="1"/>
          </p:cNvSpPr>
          <p:nvPr>
            <p:ph type="sldNum" sz="quarter" idx="5"/>
          </p:nvPr>
        </p:nvSpPr>
        <p:spPr/>
        <p:txBody>
          <a:bodyPr/>
          <a:lstStyle/>
          <a:p>
            <a:fld id="{87CFE424-18AF-4E70-8A69-A69E48A93BBC}" type="slidenum">
              <a:rPr lang="en-US" smtClean="0"/>
              <a:t>11</a:t>
            </a:fld>
            <a:endParaRPr lang="en-US"/>
          </a:p>
        </p:txBody>
      </p:sp>
    </p:spTree>
    <p:extLst>
      <p:ext uri="{BB962C8B-B14F-4D97-AF65-F5344CB8AC3E}">
        <p14:creationId xmlns:p14="http://schemas.microsoft.com/office/powerpoint/2010/main" val="2440589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Từ</a:t>
            </a:r>
            <a:r>
              <a:rPr lang="en-US" dirty="0"/>
              <a:t> </a:t>
            </a:r>
            <a:r>
              <a:rPr lang="en-US" dirty="0" err="1"/>
              <a:t>đó</a:t>
            </a:r>
            <a:r>
              <a:rPr lang="en-US" dirty="0"/>
              <a:t> </a:t>
            </a:r>
            <a:r>
              <a:rPr lang="en-US" dirty="0" err="1"/>
              <a:t>em</a:t>
            </a:r>
            <a:r>
              <a:rPr lang="en-US" dirty="0"/>
              <a:t> </a:t>
            </a:r>
            <a:r>
              <a:rPr lang="en-US" dirty="0" err="1"/>
              <a:t>đề</a:t>
            </a:r>
            <a:r>
              <a:rPr lang="en-US" dirty="0"/>
              <a:t> </a:t>
            </a:r>
            <a:r>
              <a:rPr lang="en-US" dirty="0" err="1"/>
              <a:t>xuất</a:t>
            </a:r>
            <a:r>
              <a:rPr lang="en-US" dirty="0"/>
              <a:t> </a:t>
            </a:r>
            <a:r>
              <a:rPr lang="en-US" dirty="0" err="1"/>
              <a:t>kết</a:t>
            </a:r>
            <a:r>
              <a:rPr lang="en-US" dirty="0"/>
              <a:t> </a:t>
            </a:r>
            <a:r>
              <a:rPr lang="en-US" dirty="0" err="1"/>
              <a:t>hợp</a:t>
            </a:r>
            <a:r>
              <a:rPr lang="en-US" dirty="0"/>
              <a:t> 2 </a:t>
            </a:r>
            <a:r>
              <a:rPr lang="en-US" dirty="0" err="1"/>
              <a:t>bộ</a:t>
            </a:r>
            <a:r>
              <a:rPr lang="en-US" dirty="0"/>
              <a:t> </a:t>
            </a:r>
            <a:r>
              <a:rPr lang="en-US" dirty="0" err="1"/>
              <a:t>điều</a:t>
            </a:r>
            <a:r>
              <a:rPr lang="en-US" dirty="0"/>
              <a:t> </a:t>
            </a:r>
            <a:r>
              <a:rPr lang="en-US" dirty="0" err="1"/>
              <a:t>khiển</a:t>
            </a:r>
            <a:endParaRPr lang="en-US" dirty="0"/>
          </a:p>
        </p:txBody>
      </p:sp>
      <p:sp>
        <p:nvSpPr>
          <p:cNvPr id="4" name="Slide Number Placeholder 3"/>
          <p:cNvSpPr>
            <a:spLocks noGrp="1"/>
          </p:cNvSpPr>
          <p:nvPr>
            <p:ph type="sldNum" sz="quarter" idx="5"/>
          </p:nvPr>
        </p:nvSpPr>
        <p:spPr/>
        <p:txBody>
          <a:bodyPr/>
          <a:lstStyle/>
          <a:p>
            <a:fld id="{87CFE424-18AF-4E70-8A69-A69E48A93BBC}" type="slidenum">
              <a:rPr lang="en-US" smtClean="0"/>
              <a:t>12</a:t>
            </a:fld>
            <a:endParaRPr lang="en-US"/>
          </a:p>
        </p:txBody>
      </p:sp>
    </p:spTree>
    <p:extLst>
      <p:ext uri="{BB962C8B-B14F-4D97-AF65-F5344CB8AC3E}">
        <p14:creationId xmlns:p14="http://schemas.microsoft.com/office/powerpoint/2010/main" val="3664366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vi-VN" dirty="0"/>
              <a:t>ín hiệu điều khiển tổng quát </a:t>
            </a:r>
            <a:r>
              <a:rPr lang="en-US" dirty="0"/>
              <a:t>u(t) </a:t>
            </a:r>
            <a:r>
              <a:rPr lang="vi-VN" dirty="0"/>
              <a:t>cấp cho đối tượng (Process) được tổng hợp từ hai nhánh làm việc song song để bổ trợ cho nhau</a:t>
            </a:r>
            <a:endParaRPr lang="en-US" dirty="0"/>
          </a:p>
          <a:p>
            <a:r>
              <a:rPr lang="en-US" dirty="0" err="1"/>
              <a:t>Nhánh</a:t>
            </a:r>
            <a:r>
              <a:rPr lang="en-US" dirty="0"/>
              <a:t> ff </a:t>
            </a:r>
            <a:r>
              <a:rPr lang="en-US" dirty="0" err="1"/>
              <a:t>sẽ</a:t>
            </a:r>
            <a:r>
              <a:rPr lang="en-US" dirty="0"/>
              <a:t> </a:t>
            </a:r>
            <a:r>
              <a:rPr lang="en-US" dirty="0" err="1"/>
              <a:t>lấy</a:t>
            </a:r>
            <a:r>
              <a:rPr lang="en-US" dirty="0"/>
              <a:t> </a:t>
            </a:r>
            <a:r>
              <a:rPr lang="en-US" dirty="0" err="1"/>
              <a:t>trực</a:t>
            </a:r>
            <a:r>
              <a:rPr lang="en-US" dirty="0"/>
              <a:t> </a:t>
            </a:r>
            <a:r>
              <a:rPr lang="en-US" dirty="0" err="1"/>
              <a:t>tiếp</a:t>
            </a:r>
            <a:r>
              <a:rPr lang="en-US" dirty="0"/>
              <a:t> </a:t>
            </a:r>
            <a:r>
              <a:rPr lang="en-US" dirty="0" err="1"/>
              <a:t>từ</a:t>
            </a:r>
            <a:r>
              <a:rPr lang="en-US" dirty="0"/>
              <a:t> </a:t>
            </a:r>
            <a:r>
              <a:rPr lang="en-US" dirty="0" err="1"/>
              <a:t>quỹ</a:t>
            </a:r>
            <a:r>
              <a:rPr lang="en-US" dirty="0"/>
              <a:t> </a:t>
            </a:r>
            <a:r>
              <a:rPr lang="en-US" dirty="0" err="1"/>
              <a:t>đạo</a:t>
            </a:r>
            <a:r>
              <a:rPr lang="en-US" dirty="0"/>
              <a:t> </a:t>
            </a:r>
            <a:r>
              <a:rPr lang="en-US" dirty="0" err="1"/>
              <a:t>mục</a:t>
            </a:r>
            <a:r>
              <a:rPr lang="en-US" dirty="0"/>
              <a:t> </a:t>
            </a:r>
            <a:r>
              <a:rPr lang="en-US" dirty="0" err="1"/>
              <a:t>tiêu</a:t>
            </a:r>
            <a:r>
              <a:rPr lang="en-US" dirty="0"/>
              <a:t> r(t) </a:t>
            </a:r>
            <a:r>
              <a:rPr lang="en-US" dirty="0" err="1"/>
              <a:t>để</a:t>
            </a:r>
            <a:r>
              <a:rPr lang="en-US" dirty="0"/>
              <a:t> </a:t>
            </a:r>
            <a:r>
              <a:rPr lang="en-US" dirty="0" err="1"/>
              <a:t>tính</a:t>
            </a:r>
            <a:r>
              <a:rPr lang="en-US" dirty="0"/>
              <a:t> </a:t>
            </a:r>
            <a:r>
              <a:rPr lang="en-US" dirty="0" err="1"/>
              <a:t>ra</a:t>
            </a:r>
            <a:r>
              <a:rPr lang="en-US" dirty="0"/>
              <a:t> </a:t>
            </a:r>
            <a:r>
              <a:rPr lang="en-US" dirty="0" err="1"/>
              <a:t>lực</a:t>
            </a:r>
            <a:r>
              <a:rPr lang="en-US" dirty="0"/>
              <a:t> </a:t>
            </a:r>
            <a:r>
              <a:rPr lang="en-US" dirty="0" err="1"/>
              <a:t>đẩy</a:t>
            </a:r>
            <a:endParaRPr lang="en-US" dirty="0"/>
          </a:p>
          <a:p>
            <a:r>
              <a:rPr lang="en-US" dirty="0" err="1"/>
              <a:t>Nhánh</a:t>
            </a:r>
            <a:r>
              <a:rPr lang="en-US" dirty="0"/>
              <a:t> pd </a:t>
            </a:r>
            <a:r>
              <a:rPr lang="en-US" dirty="0" err="1"/>
              <a:t>có</a:t>
            </a:r>
            <a:r>
              <a:rPr lang="en-US" dirty="0"/>
              <a:t> </a:t>
            </a:r>
            <a:r>
              <a:rPr lang="en-US" dirty="0" err="1"/>
              <a:t>vai</a:t>
            </a:r>
            <a:r>
              <a:rPr lang="en-US" dirty="0"/>
              <a:t> </a:t>
            </a:r>
            <a:r>
              <a:rPr lang="en-US" dirty="0" err="1"/>
              <a:t>trò</a:t>
            </a:r>
            <a:r>
              <a:rPr lang="en-US" dirty="0"/>
              <a:t> </a:t>
            </a:r>
            <a:r>
              <a:rPr lang="en-US" dirty="0" err="1"/>
              <a:t>chỉnh</a:t>
            </a:r>
            <a:r>
              <a:rPr lang="en-US" dirty="0"/>
              <a:t> </a:t>
            </a:r>
            <a:r>
              <a:rPr lang="en-US" dirty="0" err="1"/>
              <a:t>sửa</a:t>
            </a:r>
            <a:r>
              <a:rPr lang="en-US" dirty="0"/>
              <a:t> </a:t>
            </a:r>
            <a:r>
              <a:rPr lang="en-US" dirty="0" err="1"/>
              <a:t>sai</a:t>
            </a:r>
            <a:r>
              <a:rPr lang="en-US" dirty="0"/>
              <a:t> </a:t>
            </a:r>
            <a:r>
              <a:rPr lang="en-US" dirty="0" err="1"/>
              <a:t>lệch</a:t>
            </a:r>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13</a:t>
            </a:fld>
            <a:endParaRPr lang="en-US" dirty="0"/>
          </a:p>
        </p:txBody>
      </p:sp>
    </p:spTree>
    <p:extLst>
      <p:ext uri="{BB962C8B-B14F-4D97-AF65-F5344CB8AC3E}">
        <p14:creationId xmlns:p14="http://schemas.microsoft.com/office/powerpoint/2010/main" val="132810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err="1"/>
              <a:t>Kẻ</a:t>
            </a:r>
            <a:r>
              <a:rPr lang="en-US" dirty="0"/>
              <a:t> </a:t>
            </a:r>
            <a:r>
              <a:rPr lang="en-US" dirty="0" err="1"/>
              <a:t>bảng</a:t>
            </a:r>
            <a:r>
              <a:rPr lang="en-US" dirty="0"/>
              <a:t> </a:t>
            </a:r>
            <a:r>
              <a:rPr lang="en-US" dirty="0" err="1"/>
              <a:t>thông</a:t>
            </a:r>
            <a:r>
              <a:rPr lang="en-US" dirty="0"/>
              <a:t> </a:t>
            </a:r>
            <a:r>
              <a:rPr lang="en-US" dirty="0" err="1"/>
              <a:t>số</a:t>
            </a:r>
            <a:r>
              <a:rPr lang="en-US" dirty="0"/>
              <a:t> </a:t>
            </a:r>
            <a:r>
              <a:rPr lang="en-US" dirty="0" err="1"/>
              <a:t>vật</a:t>
            </a:r>
            <a:r>
              <a:rPr lang="en-US" dirty="0"/>
              <a:t> </a:t>
            </a:r>
            <a:r>
              <a:rPr lang="en-US" dirty="0" err="1"/>
              <a:t>lí</a:t>
            </a:r>
            <a:r>
              <a:rPr lang="en-US" dirty="0"/>
              <a:t> , </a:t>
            </a:r>
            <a:r>
              <a:rPr lang="en-US" dirty="0" err="1"/>
              <a:t>có</a:t>
            </a:r>
            <a:r>
              <a:rPr lang="en-US" dirty="0"/>
              <a:t> </a:t>
            </a:r>
            <a:r>
              <a:rPr lang="en-US" dirty="0" err="1"/>
              <a:t>đầy</a:t>
            </a:r>
            <a:r>
              <a:rPr lang="en-US" dirty="0"/>
              <a:t> </a:t>
            </a:r>
            <a:r>
              <a:rPr lang="en-US" dirty="0" err="1"/>
              <a:t>đủ</a:t>
            </a:r>
            <a:r>
              <a:rPr lang="en-US" dirty="0"/>
              <a:t> </a:t>
            </a:r>
            <a:r>
              <a:rPr lang="en-US" dirty="0" err="1"/>
              <a:t>đơn</a:t>
            </a:r>
            <a:r>
              <a:rPr lang="en-US" dirty="0"/>
              <a:t> </a:t>
            </a:r>
            <a:r>
              <a:rPr lang="en-US" dirty="0" err="1"/>
              <a:t>vị</a:t>
            </a:r>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14</a:t>
            </a:fld>
            <a:endParaRPr lang="en-US" dirty="0"/>
          </a:p>
        </p:txBody>
      </p:sp>
    </p:spTree>
    <p:extLst>
      <p:ext uri="{BB962C8B-B14F-4D97-AF65-F5344CB8AC3E}">
        <p14:creationId xmlns:p14="http://schemas.microsoft.com/office/powerpoint/2010/main" val="27962260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15</a:t>
            </a:fld>
            <a:endParaRPr lang="en-US" dirty="0"/>
          </a:p>
        </p:txBody>
      </p:sp>
    </p:spTree>
    <p:extLst>
      <p:ext uri="{BB962C8B-B14F-4D97-AF65-F5344CB8AC3E}">
        <p14:creationId xmlns:p14="http://schemas.microsoft.com/office/powerpoint/2010/main" val="3160877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Các </a:t>
            </a:r>
            <a:r>
              <a:rPr lang="en-US" dirty="0" err="1"/>
              <a:t>nhiễu</a:t>
            </a:r>
            <a:r>
              <a:rPr lang="en-US" dirty="0"/>
              <a:t> ở </a:t>
            </a:r>
            <a:r>
              <a:rPr lang="en-US" dirty="0" err="1"/>
              <a:t>đây</a:t>
            </a:r>
            <a:r>
              <a:rPr lang="en-US" dirty="0"/>
              <a:t> </a:t>
            </a:r>
            <a:r>
              <a:rPr lang="en-US" dirty="0" err="1"/>
              <a:t>là</a:t>
            </a:r>
            <a:r>
              <a:rPr lang="en-US" dirty="0"/>
              <a:t> </a:t>
            </a:r>
            <a:r>
              <a:rPr lang="en-US" dirty="0" err="1"/>
              <a:t>nhiễu</a:t>
            </a:r>
            <a:r>
              <a:rPr lang="en-US" dirty="0"/>
              <a:t> gauss</a:t>
            </a:r>
          </a:p>
          <a:p>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16</a:t>
            </a:fld>
            <a:endParaRPr lang="en-US" dirty="0"/>
          </a:p>
        </p:txBody>
      </p:sp>
    </p:spTree>
    <p:extLst>
      <p:ext uri="{BB962C8B-B14F-4D97-AF65-F5344CB8AC3E}">
        <p14:creationId xmlns:p14="http://schemas.microsoft.com/office/powerpoint/2010/main" val="8392757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Khi </a:t>
            </a:r>
            <a:r>
              <a:rPr lang="en-US" dirty="0" err="1"/>
              <a:t>có</a:t>
            </a:r>
            <a:r>
              <a:rPr lang="en-US" dirty="0"/>
              <a:t> </a:t>
            </a:r>
            <a:r>
              <a:rPr lang="en-US" dirty="0" err="1"/>
              <a:t>nhiễu</a:t>
            </a:r>
            <a:r>
              <a:rPr lang="en-US" dirty="0"/>
              <a:t> Gaussian, </a:t>
            </a:r>
            <a:r>
              <a:rPr lang="en-US" dirty="0" err="1"/>
              <a:t>hệ</a:t>
            </a:r>
            <a:r>
              <a:rPr lang="en-US" dirty="0"/>
              <a:t> </a:t>
            </a:r>
            <a:r>
              <a:rPr lang="en-US" dirty="0" err="1"/>
              <a:t>vẫn</a:t>
            </a:r>
            <a:r>
              <a:rPr lang="en-US" dirty="0"/>
              <a:t> </a:t>
            </a:r>
            <a:r>
              <a:rPr lang="en-US" dirty="0" err="1"/>
              <a:t>bám</a:t>
            </a:r>
            <a:r>
              <a:rPr lang="en-US" dirty="0"/>
              <a:t> </a:t>
            </a:r>
            <a:r>
              <a:rPr lang="en-US" dirty="0" err="1"/>
              <a:t>quỹ</a:t>
            </a:r>
            <a:r>
              <a:rPr lang="en-US" dirty="0"/>
              <a:t> </a:t>
            </a:r>
            <a:r>
              <a:rPr lang="en-US" dirty="0" err="1"/>
              <a:t>đạo</a:t>
            </a:r>
            <a:r>
              <a:rPr lang="en-US" dirty="0"/>
              <a:t> </a:t>
            </a:r>
            <a:r>
              <a:rPr lang="en-US" dirty="0" err="1"/>
              <a:t>tốt</a:t>
            </a:r>
            <a:r>
              <a:rPr lang="en-US" dirty="0"/>
              <a:t>.</a:t>
            </a:r>
            <a:br>
              <a:rPr lang="en-US" dirty="0"/>
            </a:br>
            <a:r>
              <a:rPr lang="en-US" dirty="0"/>
              <a:t>Sai </a:t>
            </a:r>
            <a:r>
              <a:rPr lang="en-US" dirty="0" err="1"/>
              <a:t>số</a:t>
            </a:r>
            <a:r>
              <a:rPr lang="en-US" dirty="0"/>
              <a:t> </a:t>
            </a:r>
            <a:r>
              <a:rPr lang="en-US" dirty="0" err="1"/>
              <a:t>vị</a:t>
            </a:r>
            <a:r>
              <a:rPr lang="en-US" dirty="0"/>
              <a:t> </a:t>
            </a:r>
            <a:r>
              <a:rPr lang="en-US" dirty="0" err="1"/>
              <a:t>trí</a:t>
            </a:r>
            <a:r>
              <a:rPr lang="en-US" dirty="0"/>
              <a:t> </a:t>
            </a:r>
            <a:r>
              <a:rPr lang="en-US" dirty="0" err="1"/>
              <a:t>lớn</a:t>
            </a:r>
            <a:r>
              <a:rPr lang="en-US" dirty="0"/>
              <a:t> </a:t>
            </a:r>
            <a:r>
              <a:rPr lang="en-US" dirty="0" err="1"/>
              <a:t>nhất</a:t>
            </a:r>
            <a:r>
              <a:rPr lang="en-US" dirty="0"/>
              <a:t> </a:t>
            </a:r>
            <a:r>
              <a:rPr lang="en-US" dirty="0" err="1"/>
              <a:t>khoảng</a:t>
            </a:r>
            <a:r>
              <a:rPr lang="en-US" dirty="0"/>
              <a:t> 2.8 cm </a:t>
            </a:r>
            <a:r>
              <a:rPr lang="en-US" dirty="0" err="1"/>
              <a:t>và</a:t>
            </a:r>
            <a:r>
              <a:rPr lang="en-US" dirty="0"/>
              <a:t> </a:t>
            </a:r>
            <a:r>
              <a:rPr lang="en-US" dirty="0" err="1"/>
              <a:t>sai</a:t>
            </a:r>
            <a:r>
              <a:rPr lang="en-US" dirty="0"/>
              <a:t> </a:t>
            </a:r>
            <a:r>
              <a:rPr lang="en-US" dirty="0" err="1"/>
              <a:t>số</a:t>
            </a:r>
            <a:r>
              <a:rPr lang="en-US" dirty="0"/>
              <a:t> </a:t>
            </a:r>
            <a:r>
              <a:rPr lang="en-US" dirty="0" err="1"/>
              <a:t>góc</a:t>
            </a:r>
            <a:r>
              <a:rPr lang="en-US" dirty="0"/>
              <a:t> </a:t>
            </a:r>
            <a:r>
              <a:rPr lang="en-US" dirty="0" err="1"/>
              <a:t>khoảng</a:t>
            </a:r>
            <a:r>
              <a:rPr lang="en-US" dirty="0"/>
              <a:t> 0.042 rad.</a:t>
            </a:r>
            <a:br>
              <a:rPr lang="en-US" dirty="0"/>
            </a:br>
            <a:r>
              <a:rPr lang="en-US" dirty="0" err="1"/>
              <a:t>Điều</a:t>
            </a:r>
            <a:r>
              <a:rPr lang="en-US" dirty="0"/>
              <a:t> </a:t>
            </a:r>
            <a:r>
              <a:rPr lang="en-US" dirty="0" err="1"/>
              <a:t>này</a:t>
            </a:r>
            <a:r>
              <a:rPr lang="en-US" dirty="0"/>
              <a:t> </a:t>
            </a:r>
            <a:r>
              <a:rPr lang="en-US" dirty="0" err="1"/>
              <a:t>cho</a:t>
            </a:r>
            <a:r>
              <a:rPr lang="en-US" dirty="0"/>
              <a:t> </a:t>
            </a:r>
            <a:r>
              <a:rPr lang="en-US" dirty="0" err="1"/>
              <a:t>thấy</a:t>
            </a:r>
            <a:r>
              <a:rPr lang="en-US" dirty="0"/>
              <a:t> </a:t>
            </a:r>
            <a:r>
              <a:rPr lang="en-US" dirty="0" err="1"/>
              <a:t>bộ</a:t>
            </a:r>
            <a:r>
              <a:rPr lang="en-US" dirty="0"/>
              <a:t> </a:t>
            </a:r>
            <a:r>
              <a:rPr lang="en-US" dirty="0" err="1"/>
              <a:t>điều</a:t>
            </a:r>
            <a:r>
              <a:rPr lang="en-US" dirty="0"/>
              <a:t> </a:t>
            </a:r>
            <a:r>
              <a:rPr lang="en-US" dirty="0" err="1"/>
              <a:t>khiển</a:t>
            </a:r>
            <a:r>
              <a:rPr lang="en-US" dirty="0"/>
              <a:t> </a:t>
            </a:r>
            <a:r>
              <a:rPr lang="en-US" dirty="0" err="1"/>
              <a:t>có</a:t>
            </a:r>
            <a:r>
              <a:rPr lang="en-US" dirty="0"/>
              <a:t> </a:t>
            </a:r>
            <a:r>
              <a:rPr lang="en-US" dirty="0" err="1"/>
              <a:t>khả</a:t>
            </a:r>
            <a:r>
              <a:rPr lang="en-US" dirty="0"/>
              <a:t> </a:t>
            </a:r>
            <a:r>
              <a:rPr lang="en-US" dirty="0" err="1"/>
              <a:t>năng</a:t>
            </a:r>
            <a:r>
              <a:rPr lang="en-US" dirty="0"/>
              <a:t> </a:t>
            </a:r>
            <a:r>
              <a:rPr lang="en-US" dirty="0" err="1"/>
              <a:t>chống</a:t>
            </a:r>
            <a:r>
              <a:rPr lang="en-US" dirty="0"/>
              <a:t> </a:t>
            </a:r>
            <a:r>
              <a:rPr lang="en-US" dirty="0" err="1"/>
              <a:t>nhiễu</a:t>
            </a:r>
            <a:r>
              <a:rPr lang="en-US" dirty="0"/>
              <a:t> </a:t>
            </a:r>
            <a:r>
              <a:rPr lang="en-US" dirty="0" err="1"/>
              <a:t>tốt</a:t>
            </a:r>
            <a:r>
              <a:rPr lang="en-US" dirty="0"/>
              <a:t>.</a:t>
            </a:r>
          </a:p>
        </p:txBody>
      </p:sp>
      <p:sp>
        <p:nvSpPr>
          <p:cNvPr id="4" name="Slide Number Placeholder 3"/>
          <p:cNvSpPr>
            <a:spLocks noGrp="1"/>
          </p:cNvSpPr>
          <p:nvPr>
            <p:ph type="sldNum" sz="quarter" idx="5"/>
          </p:nvPr>
        </p:nvSpPr>
        <p:spPr/>
        <p:txBody>
          <a:bodyPr/>
          <a:lstStyle/>
          <a:p>
            <a:fld id="{AB2FC7A4-3D1B-482D-8C9D-7642A2CE3076}" type="slidenum">
              <a:rPr lang="en-US" smtClean="0"/>
              <a:t>17</a:t>
            </a:fld>
            <a:endParaRPr lang="en-US" dirty="0"/>
          </a:p>
        </p:txBody>
      </p:sp>
    </p:spTree>
    <p:extLst>
      <p:ext uri="{BB962C8B-B14F-4D97-AF65-F5344CB8AC3E}">
        <p14:creationId xmlns:p14="http://schemas.microsoft.com/office/powerpoint/2010/main" val="36484743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vi-VN" dirty="0"/>
              <a:t>Trong thực tế, thông số cơ khí có thể không tuyệt đối chính xác. Em đã tiến hành khảo sát khi thay đổi chiều dài tay gắp từ 10-20% so với thông số gốc</a:t>
            </a:r>
            <a:endParaRPr lang="en-US" dirty="0"/>
          </a:p>
          <a:p>
            <a:r>
              <a:rPr lang="vi-VN" dirty="0"/>
              <a:t>Kết quả biểu đồ cho thấy, dù quỹ đạo có sự sai lệch nhỏ, sai số vị trí tăng lên khoảng </a:t>
            </a:r>
            <a:r>
              <a:rPr lang="vi-VN" b="1" dirty="0"/>
              <a:t>0.048 đến 0.22 m</a:t>
            </a:r>
            <a:r>
              <a:rPr lang="vi-VN" dirty="0"/>
              <a:t> , nhưng hệ thống vẫn duy trì được sự ổn định và bám được mục tiêu. Bộ điều khiển đã chứng minh được tính bền vững (robustness) của nó</a:t>
            </a:r>
            <a:endParaRPr lang="en-US" dirty="0"/>
          </a:p>
          <a:p>
            <a:r>
              <a:rPr lang="en-US" dirty="0" err="1"/>
              <a:t>Thêm</a:t>
            </a:r>
            <a:r>
              <a:rPr lang="en-US" dirty="0"/>
              <a:t> </a:t>
            </a:r>
            <a:r>
              <a:rPr lang="en-US" dirty="0" err="1"/>
              <a:t>câu</a:t>
            </a:r>
            <a:r>
              <a:rPr lang="en-US" dirty="0"/>
              <a:t> </a:t>
            </a:r>
            <a:r>
              <a:rPr lang="en-US" dirty="0" err="1"/>
              <a:t>kết</a:t>
            </a:r>
            <a:r>
              <a:rPr lang="en-US" dirty="0"/>
              <a:t> </a:t>
            </a:r>
            <a:r>
              <a:rPr lang="en-US" dirty="0" err="1"/>
              <a:t>luận</a:t>
            </a:r>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18</a:t>
            </a:fld>
            <a:endParaRPr lang="en-US" dirty="0"/>
          </a:p>
        </p:txBody>
      </p:sp>
    </p:spTree>
    <p:extLst>
      <p:ext uri="{BB962C8B-B14F-4D97-AF65-F5344CB8AC3E}">
        <p14:creationId xmlns:p14="http://schemas.microsoft.com/office/powerpoint/2010/main" val="27026447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err="1"/>
              <a:t>Sử</a:t>
            </a:r>
            <a:r>
              <a:rPr lang="en-US" dirty="0"/>
              <a:t> </a:t>
            </a:r>
            <a:r>
              <a:rPr lang="en-US" dirty="0" err="1"/>
              <a:t>lại</a:t>
            </a:r>
            <a:r>
              <a:rPr lang="en-US" dirty="0"/>
              <a:t> </a:t>
            </a:r>
            <a:r>
              <a:rPr lang="en-US" dirty="0" err="1"/>
              <a:t>bảng</a:t>
            </a:r>
            <a:r>
              <a:rPr lang="en-US" dirty="0"/>
              <a:t> </a:t>
            </a:r>
            <a:r>
              <a:rPr lang="en-US" dirty="0" err="1"/>
              <a:t>thông</a:t>
            </a:r>
            <a:r>
              <a:rPr lang="en-US" dirty="0"/>
              <a:t> </a:t>
            </a:r>
            <a:r>
              <a:rPr lang="en-US" dirty="0" err="1"/>
              <a:t>số</a:t>
            </a:r>
            <a:r>
              <a:rPr lang="en-US" dirty="0"/>
              <a:t> </a:t>
            </a:r>
            <a:r>
              <a:rPr lang="en-US" dirty="0" err="1"/>
              <a:t>kp</a:t>
            </a:r>
            <a:r>
              <a:rPr lang="en-US" dirty="0"/>
              <a:t> </a:t>
            </a:r>
            <a:r>
              <a:rPr lang="en-US" dirty="0" err="1"/>
              <a:t>kd</a:t>
            </a:r>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19</a:t>
            </a:fld>
            <a:endParaRPr lang="en-US" dirty="0"/>
          </a:p>
        </p:txBody>
      </p:sp>
    </p:spTree>
    <p:extLst>
      <p:ext uri="{BB962C8B-B14F-4D97-AF65-F5344CB8AC3E}">
        <p14:creationId xmlns:p14="http://schemas.microsoft.com/office/powerpoint/2010/main" val="15986203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err="1"/>
              <a:t>Thêm</a:t>
            </a:r>
            <a:r>
              <a:rPr lang="en-US" dirty="0"/>
              <a:t> </a:t>
            </a:r>
            <a:r>
              <a:rPr lang="en-US" dirty="0" err="1"/>
              <a:t>kết</a:t>
            </a:r>
            <a:r>
              <a:rPr lang="en-US" dirty="0"/>
              <a:t> </a:t>
            </a:r>
            <a:r>
              <a:rPr lang="en-US" dirty="0" err="1"/>
              <a:t>luận</a:t>
            </a:r>
            <a:r>
              <a:rPr lang="en-US" dirty="0"/>
              <a:t> </a:t>
            </a:r>
            <a:r>
              <a:rPr lang="en-US" dirty="0" err="1"/>
              <a:t>khi</a:t>
            </a:r>
            <a:r>
              <a:rPr lang="en-US" dirty="0"/>
              <a:t> </a:t>
            </a:r>
            <a:r>
              <a:rPr lang="en-US" dirty="0" err="1"/>
              <a:t>thay</a:t>
            </a:r>
            <a:r>
              <a:rPr lang="en-US" dirty="0"/>
              <a:t> </a:t>
            </a:r>
            <a:r>
              <a:rPr lang="en-US" dirty="0" err="1"/>
              <a:t>đổi</a:t>
            </a:r>
            <a:r>
              <a:rPr lang="en-US" dirty="0"/>
              <a:t> </a:t>
            </a:r>
            <a:r>
              <a:rPr lang="en-US" dirty="0" err="1"/>
              <a:t>kp</a:t>
            </a:r>
            <a:r>
              <a:rPr lang="en-US" dirty="0"/>
              <a:t> </a:t>
            </a:r>
            <a:r>
              <a:rPr lang="en-US" dirty="0" err="1"/>
              <a:t>kd</a:t>
            </a:r>
            <a:r>
              <a:rPr lang="en-US" dirty="0"/>
              <a:t> , </a:t>
            </a:r>
            <a:r>
              <a:rPr lang="en-US" dirty="0" err="1"/>
              <a:t>và</a:t>
            </a:r>
            <a:r>
              <a:rPr lang="en-US" dirty="0"/>
              <a:t> </a:t>
            </a:r>
            <a:r>
              <a:rPr lang="en-US" dirty="0" err="1"/>
              <a:t>giải</a:t>
            </a:r>
            <a:r>
              <a:rPr lang="en-US" dirty="0"/>
              <a:t> </a:t>
            </a:r>
            <a:r>
              <a:rPr lang="en-US" dirty="0" err="1"/>
              <a:t>thích</a:t>
            </a:r>
            <a:r>
              <a:rPr lang="en-US" dirty="0"/>
              <a:t> </a:t>
            </a:r>
          </a:p>
        </p:txBody>
      </p:sp>
      <p:sp>
        <p:nvSpPr>
          <p:cNvPr id="4" name="Slide Number Placeholder 3"/>
          <p:cNvSpPr>
            <a:spLocks noGrp="1"/>
          </p:cNvSpPr>
          <p:nvPr>
            <p:ph type="sldNum" sz="quarter" idx="5"/>
          </p:nvPr>
        </p:nvSpPr>
        <p:spPr/>
        <p:txBody>
          <a:bodyPr/>
          <a:lstStyle/>
          <a:p>
            <a:fld id="{AB2FC7A4-3D1B-482D-8C9D-7642A2CE3076}" type="slidenum">
              <a:rPr lang="en-US" smtClean="0"/>
              <a:t>20</a:t>
            </a:fld>
            <a:endParaRPr lang="en-US" dirty="0"/>
          </a:p>
        </p:txBody>
      </p:sp>
    </p:spTree>
    <p:extLst>
      <p:ext uri="{BB962C8B-B14F-4D97-AF65-F5344CB8AC3E}">
        <p14:creationId xmlns:p14="http://schemas.microsoft.com/office/powerpoint/2010/main" val="3351043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22</a:t>
            </a:fld>
            <a:endParaRPr lang="en-US" dirty="0"/>
          </a:p>
        </p:txBody>
      </p:sp>
    </p:spTree>
    <p:extLst>
      <p:ext uri="{BB962C8B-B14F-4D97-AF65-F5344CB8AC3E}">
        <p14:creationId xmlns:p14="http://schemas.microsoft.com/office/powerpoint/2010/main" val="25383486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Slide </a:t>
            </a:r>
            <a:r>
              <a:rPr lang="en-US" dirty="0" err="1"/>
              <a:t>tài</a:t>
            </a:r>
            <a:r>
              <a:rPr lang="en-US" dirty="0"/>
              <a:t> </a:t>
            </a:r>
            <a:r>
              <a:rPr lang="en-US" dirty="0" err="1"/>
              <a:t>liệu</a:t>
            </a:r>
            <a:r>
              <a:rPr lang="en-US" dirty="0"/>
              <a:t> </a:t>
            </a:r>
            <a:r>
              <a:rPr lang="en-US" dirty="0" err="1"/>
              <a:t>tham</a:t>
            </a:r>
            <a:r>
              <a:rPr lang="en-US" dirty="0"/>
              <a:t> </a:t>
            </a:r>
            <a:r>
              <a:rPr lang="en-US" dirty="0" err="1"/>
              <a:t>khảo</a:t>
            </a:r>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23</a:t>
            </a:fld>
            <a:endParaRPr lang="en-US" dirty="0"/>
          </a:p>
        </p:txBody>
      </p:sp>
    </p:spTree>
    <p:extLst>
      <p:ext uri="{BB962C8B-B14F-4D97-AF65-F5344CB8AC3E}">
        <p14:creationId xmlns:p14="http://schemas.microsoft.com/office/powerpoint/2010/main" val="3707525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2A2690-F716-4DD4-BF7A-734FC6FA0922}"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A888F7-7EDD-4040-AADD-5C9731EA8135}" type="slidenum">
              <a:rPr lang="en-US" smtClean="0"/>
              <a:t>‹#›</a:t>
            </a:fld>
            <a:endParaRPr lang="en-US"/>
          </a:p>
        </p:txBody>
      </p:sp>
    </p:spTree>
    <p:extLst>
      <p:ext uri="{BB962C8B-B14F-4D97-AF65-F5344CB8AC3E}">
        <p14:creationId xmlns:p14="http://schemas.microsoft.com/office/powerpoint/2010/main" val="2125544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2A2690-F716-4DD4-BF7A-734FC6FA0922}"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A888F7-7EDD-4040-AADD-5C9731EA8135}" type="slidenum">
              <a:rPr lang="en-US" smtClean="0"/>
              <a:t>‹#›</a:t>
            </a:fld>
            <a:endParaRPr lang="en-US"/>
          </a:p>
        </p:txBody>
      </p:sp>
    </p:spTree>
    <p:extLst>
      <p:ext uri="{BB962C8B-B14F-4D97-AF65-F5344CB8AC3E}">
        <p14:creationId xmlns:p14="http://schemas.microsoft.com/office/powerpoint/2010/main" val="46333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2A2690-F716-4DD4-BF7A-734FC6FA0922}"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A888F7-7EDD-4040-AADD-5C9731EA8135}" type="slidenum">
              <a:rPr lang="en-US" smtClean="0"/>
              <a:t>‹#›</a:t>
            </a:fld>
            <a:endParaRPr lang="en-US"/>
          </a:p>
        </p:txBody>
      </p:sp>
    </p:spTree>
    <p:extLst>
      <p:ext uri="{BB962C8B-B14F-4D97-AF65-F5344CB8AC3E}">
        <p14:creationId xmlns:p14="http://schemas.microsoft.com/office/powerpoint/2010/main" val="657713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2A2690-F716-4DD4-BF7A-734FC6FA0922}"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A888F7-7EDD-4040-AADD-5C9731EA8135}" type="slidenum">
              <a:rPr lang="en-US" smtClean="0"/>
              <a:t>‹#›</a:t>
            </a:fld>
            <a:endParaRPr lang="en-US"/>
          </a:p>
        </p:txBody>
      </p:sp>
    </p:spTree>
    <p:extLst>
      <p:ext uri="{BB962C8B-B14F-4D97-AF65-F5344CB8AC3E}">
        <p14:creationId xmlns:p14="http://schemas.microsoft.com/office/powerpoint/2010/main" val="3151270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2A2690-F716-4DD4-BF7A-734FC6FA0922}" type="datetimeFigureOut">
              <a:rPr lang="en-US" smtClean="0"/>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A888F7-7EDD-4040-AADD-5C9731EA8135}" type="slidenum">
              <a:rPr lang="en-US" smtClean="0"/>
              <a:t>‹#›</a:t>
            </a:fld>
            <a:endParaRPr lang="en-US"/>
          </a:p>
        </p:txBody>
      </p:sp>
    </p:spTree>
    <p:extLst>
      <p:ext uri="{BB962C8B-B14F-4D97-AF65-F5344CB8AC3E}">
        <p14:creationId xmlns:p14="http://schemas.microsoft.com/office/powerpoint/2010/main" val="3442889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2A2690-F716-4DD4-BF7A-734FC6FA0922}" type="datetimeFigureOut">
              <a:rPr lang="en-US" smtClean="0"/>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A888F7-7EDD-4040-AADD-5C9731EA8135}" type="slidenum">
              <a:rPr lang="en-US" smtClean="0"/>
              <a:t>‹#›</a:t>
            </a:fld>
            <a:endParaRPr lang="en-US"/>
          </a:p>
        </p:txBody>
      </p:sp>
    </p:spTree>
    <p:extLst>
      <p:ext uri="{BB962C8B-B14F-4D97-AF65-F5344CB8AC3E}">
        <p14:creationId xmlns:p14="http://schemas.microsoft.com/office/powerpoint/2010/main" val="3275268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2A2690-F716-4DD4-BF7A-734FC6FA0922}" type="datetimeFigureOut">
              <a:rPr lang="en-US" smtClean="0"/>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A888F7-7EDD-4040-AADD-5C9731EA8135}" type="slidenum">
              <a:rPr lang="en-US" smtClean="0"/>
              <a:t>‹#›</a:t>
            </a:fld>
            <a:endParaRPr lang="en-US"/>
          </a:p>
        </p:txBody>
      </p:sp>
    </p:spTree>
    <p:extLst>
      <p:ext uri="{BB962C8B-B14F-4D97-AF65-F5344CB8AC3E}">
        <p14:creationId xmlns:p14="http://schemas.microsoft.com/office/powerpoint/2010/main" val="3653617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2A2690-F716-4DD4-BF7A-734FC6FA0922}"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A888F7-7EDD-4040-AADD-5C9731EA8135}" type="slidenum">
              <a:rPr lang="en-US" smtClean="0"/>
              <a:t>‹#›</a:t>
            </a:fld>
            <a:endParaRPr lang="en-US"/>
          </a:p>
        </p:txBody>
      </p:sp>
    </p:spTree>
    <p:extLst>
      <p:ext uri="{BB962C8B-B14F-4D97-AF65-F5344CB8AC3E}">
        <p14:creationId xmlns:p14="http://schemas.microsoft.com/office/powerpoint/2010/main" val="22987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2A2690-F716-4DD4-BF7A-734FC6FA0922}"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A888F7-7EDD-4040-AADD-5C9731EA8135}" type="slidenum">
              <a:rPr lang="en-US" smtClean="0"/>
              <a:t>‹#›</a:t>
            </a:fld>
            <a:endParaRPr lang="en-US"/>
          </a:p>
        </p:txBody>
      </p:sp>
    </p:spTree>
    <p:extLst>
      <p:ext uri="{BB962C8B-B14F-4D97-AF65-F5344CB8AC3E}">
        <p14:creationId xmlns:p14="http://schemas.microsoft.com/office/powerpoint/2010/main" val="487627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2A2690-F716-4DD4-BF7A-734FC6FA0922}"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A888F7-7EDD-4040-AADD-5C9731EA8135}" type="slidenum">
              <a:rPr lang="en-US" smtClean="0"/>
              <a:t>‹#›</a:t>
            </a:fld>
            <a:endParaRPr lang="en-US"/>
          </a:p>
        </p:txBody>
      </p:sp>
    </p:spTree>
    <p:extLst>
      <p:ext uri="{BB962C8B-B14F-4D97-AF65-F5344CB8AC3E}">
        <p14:creationId xmlns:p14="http://schemas.microsoft.com/office/powerpoint/2010/main" val="1677687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2A2690-F716-4DD4-BF7A-734FC6FA0922}"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A888F7-7EDD-4040-AADD-5C9731EA8135}" type="slidenum">
              <a:rPr lang="en-US" smtClean="0"/>
              <a:t>‹#›</a:t>
            </a:fld>
            <a:endParaRPr lang="en-US"/>
          </a:p>
        </p:txBody>
      </p:sp>
    </p:spTree>
    <p:extLst>
      <p:ext uri="{BB962C8B-B14F-4D97-AF65-F5344CB8AC3E}">
        <p14:creationId xmlns:p14="http://schemas.microsoft.com/office/powerpoint/2010/main" val="3010099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61"/>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2/26/2026</a:t>
            </a:fld>
            <a:endParaRPr lang="en-US" dirty="0"/>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61"/>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30"/>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7"/>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51"/>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19381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7"/>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61"/>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2/26/2026</a:t>
            </a:fld>
            <a:endParaRPr lang="en-US" dirty="0"/>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61"/>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30"/>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541590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61"/>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2/26/2026</a:t>
            </a:fld>
            <a:endParaRPr lang="en-US" dirty="0"/>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61"/>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30"/>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7"/>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2"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848140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61"/>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2/26/2026</a:t>
            </a:fld>
            <a:endParaRPr lang="en-US" dirty="0"/>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61"/>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30"/>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198376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2A2690-F716-4DD4-BF7A-734FC6FA0922}" type="datetimeFigureOut">
              <a:rPr lang="en-US" smtClean="0"/>
              <a:t>2/26/2026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A888F7-7EDD-4040-AADD-5C9731EA8135}" type="slidenum">
              <a:rPr lang="en-US" smtClean="0"/>
              <a:t>‹#›</a:t>
            </a:fld>
            <a:endParaRPr lang="en-US"/>
          </a:p>
        </p:txBody>
      </p:sp>
    </p:spTree>
    <p:extLst>
      <p:ext uri="{BB962C8B-B14F-4D97-AF65-F5344CB8AC3E}">
        <p14:creationId xmlns:p14="http://schemas.microsoft.com/office/powerpoint/2010/main" val="2824094901"/>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8" r:id="rId12"/>
    <p:sldLayoutId id="2147483679" r:id="rId13"/>
    <p:sldLayoutId id="2147483680" r:id="rId14"/>
    <p:sldLayoutId id="214748368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hyperlink" Target="https://apmonitor.com/me575/index.php/Main/KuhnTucker" TargetMode="External"/><Relationship Id="rId5" Type="http://schemas.openxmlformats.org/officeDocument/2006/relationships/hyperlink" Target="https://en.wikipedia.org/wiki/Quadratic_programming" TargetMode="Externa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8" Type="http://schemas.openxmlformats.org/officeDocument/2006/relationships/image" Target="../media/image290.png"/><Relationship Id="rId13" Type="http://schemas.openxmlformats.org/officeDocument/2006/relationships/image" Target="../media/image36.png"/><Relationship Id="rId3" Type="http://schemas.openxmlformats.org/officeDocument/2006/relationships/image" Target="../media/image35.png"/><Relationship Id="rId7" Type="http://schemas.openxmlformats.org/officeDocument/2006/relationships/customXml" Target="../ink/ink2.xml"/><Relationship Id="rId12" Type="http://schemas.openxmlformats.org/officeDocument/2006/relationships/image" Target="../media/image310.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280.png"/><Relationship Id="rId11" Type="http://schemas.openxmlformats.org/officeDocument/2006/relationships/customXml" Target="../ink/ink4.xml"/><Relationship Id="rId10" Type="http://schemas.openxmlformats.org/officeDocument/2006/relationships/image" Target="../media/image300.png"/><Relationship Id="rId4" Type="http://schemas.openxmlformats.org/officeDocument/2006/relationships/customXml" Target="../ink/ink1.xml"/><Relationship Id="rId9" Type="http://schemas.openxmlformats.org/officeDocument/2006/relationships/customXml" Target="../ink/ink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4.xml"/><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hyperlink" Target="https://hybrid-robotics.berkeley.edu/publications/IDETC2013.pdf" TargetMode="External"/><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hyperlink" Target="https://web.stanford.edu/~boyd/cvxbook/bv_cvxbook.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0D0D2-511C-4427-DAAA-C2B283D1A806}"/>
              </a:ext>
            </a:extLst>
          </p:cNvPr>
          <p:cNvSpPr>
            <a:spLocks noGrp="1"/>
          </p:cNvSpPr>
          <p:nvPr>
            <p:ph type="ctrTitle"/>
          </p:nvPr>
        </p:nvSpPr>
        <p:spPr>
          <a:xfrm>
            <a:off x="538680" y="1340021"/>
            <a:ext cx="8066637" cy="2617809"/>
          </a:xfrm>
        </p:spPr>
        <p:txBody>
          <a:bodyPr>
            <a:normAutofit fontScale="90000"/>
          </a:bodyPr>
          <a:lstStyle/>
          <a:p>
            <a:pPr>
              <a:lnSpc>
                <a:spcPct val="100000"/>
              </a:lnSpc>
            </a:pPr>
            <a:r>
              <a:rPr lang="en-US" sz="4000" b="1" dirty="0" err="1"/>
              <a:t>Mô</a:t>
            </a:r>
            <a:r>
              <a:rPr lang="en-US" sz="4000" b="1" dirty="0"/>
              <a:t> </a:t>
            </a:r>
            <a:r>
              <a:rPr lang="en-US" sz="4000" b="1" dirty="0" err="1"/>
              <a:t>hình</a:t>
            </a:r>
            <a:r>
              <a:rPr lang="en-US" sz="4000" b="1" dirty="0"/>
              <a:t> </a:t>
            </a:r>
            <a:r>
              <a:rPr lang="en-US" sz="4000" b="1" dirty="0" err="1"/>
              <a:t>hóa</a:t>
            </a:r>
            <a:r>
              <a:rPr lang="en-US" sz="4000" b="1" dirty="0"/>
              <a:t> </a:t>
            </a:r>
            <a:r>
              <a:rPr lang="en-US" sz="4000" b="1" dirty="0" err="1"/>
              <a:t>và</a:t>
            </a:r>
            <a:r>
              <a:rPr lang="en-US" sz="4000" b="1" dirty="0"/>
              <a:t> </a:t>
            </a:r>
            <a:r>
              <a:rPr lang="en-US" sz="4000" b="1" dirty="0" err="1"/>
              <a:t>lập</a:t>
            </a:r>
            <a:r>
              <a:rPr lang="en-US" sz="4000" b="1" dirty="0"/>
              <a:t> </a:t>
            </a:r>
            <a:r>
              <a:rPr lang="en-US" sz="4000" b="1" dirty="0" err="1"/>
              <a:t>kế</a:t>
            </a:r>
            <a:r>
              <a:rPr lang="en-US" sz="4000" b="1" dirty="0"/>
              <a:t> </a:t>
            </a:r>
            <a:r>
              <a:rPr lang="en-US" sz="4000" b="1" dirty="0" err="1"/>
              <a:t>hoạch</a:t>
            </a:r>
            <a:r>
              <a:rPr lang="en-US" sz="4000" b="1" dirty="0"/>
              <a:t> </a:t>
            </a:r>
            <a:r>
              <a:rPr lang="en-US" sz="4000" b="1" dirty="0" err="1"/>
              <a:t>quỹ</a:t>
            </a:r>
            <a:r>
              <a:rPr lang="en-US" sz="4000" b="1" dirty="0"/>
              <a:t> </a:t>
            </a:r>
            <a:r>
              <a:rPr lang="en-US" sz="4000" b="1" dirty="0" err="1"/>
              <a:t>đạo</a:t>
            </a:r>
            <a:br>
              <a:rPr lang="en-US" sz="4000" b="1" dirty="0"/>
            </a:br>
            <a:r>
              <a:rPr lang="en-US" sz="4000" b="1" dirty="0" err="1"/>
              <a:t>cho</a:t>
            </a:r>
            <a:r>
              <a:rPr lang="en-US" sz="4000" b="1" dirty="0"/>
              <a:t> quadrotor </a:t>
            </a:r>
            <a:r>
              <a:rPr lang="en-US" sz="4000" b="1" dirty="0" err="1"/>
              <a:t>tích</a:t>
            </a:r>
            <a:r>
              <a:rPr lang="en-US" sz="4000" b="1" dirty="0"/>
              <a:t> </a:t>
            </a:r>
            <a:r>
              <a:rPr lang="en-US" sz="4000" b="1" dirty="0" err="1"/>
              <a:t>hợp</a:t>
            </a:r>
            <a:r>
              <a:rPr lang="en-US" sz="4000" b="1" dirty="0"/>
              <a:t> </a:t>
            </a:r>
            <a:r>
              <a:rPr lang="en-US" sz="4000" b="1" dirty="0" err="1"/>
              <a:t>cơ</a:t>
            </a:r>
            <a:r>
              <a:rPr lang="en-US" sz="4000" b="1" dirty="0"/>
              <a:t> </a:t>
            </a:r>
            <a:r>
              <a:rPr lang="en-US" sz="4000" b="1" dirty="0" err="1"/>
              <a:t>cấu</a:t>
            </a:r>
            <a:r>
              <a:rPr lang="en-US" sz="4000" b="1" dirty="0"/>
              <a:t> </a:t>
            </a:r>
            <a:r>
              <a:rPr lang="en-US" sz="4000" b="1" dirty="0" err="1"/>
              <a:t>gắp</a:t>
            </a:r>
            <a:br>
              <a:rPr lang="en-US" sz="4000" b="1" dirty="0"/>
            </a:br>
            <a:r>
              <a:rPr lang="en-US" sz="4000" b="1" dirty="0" err="1"/>
              <a:t>trong</a:t>
            </a:r>
            <a:r>
              <a:rPr lang="en-US" sz="4000" b="1" dirty="0"/>
              <a:t> </a:t>
            </a:r>
            <a:r>
              <a:rPr lang="en-US" sz="4000" b="1" dirty="0" err="1"/>
              <a:t>mô</a:t>
            </a:r>
            <a:r>
              <a:rPr lang="en-US" sz="4000" b="1" dirty="0"/>
              <a:t> </a:t>
            </a:r>
            <a:r>
              <a:rPr lang="en-US" sz="4000" b="1" dirty="0" err="1"/>
              <a:t>phỏng</a:t>
            </a:r>
            <a:r>
              <a:rPr lang="en-US" sz="4000" b="1" dirty="0"/>
              <a:t> 2D</a:t>
            </a:r>
            <a:br>
              <a:rPr lang="en-US" sz="3600" dirty="0"/>
            </a:br>
            <a:br>
              <a:rPr lang="en-US" sz="3600" dirty="0"/>
            </a:br>
            <a:r>
              <a:rPr lang="en-US" sz="1800" dirty="0"/>
              <a:t>Ý </a:t>
            </a:r>
            <a:r>
              <a:rPr lang="en-US" sz="1800" dirty="0" err="1"/>
              <a:t>tưởng</a:t>
            </a:r>
            <a:r>
              <a:rPr lang="en-US" sz="1800" dirty="0"/>
              <a:t> : Avian-inspired Grasping for Quadrotor Micro </a:t>
            </a:r>
            <a:r>
              <a:rPr lang="en-US" sz="1800" dirty="0" err="1"/>
              <a:t>Uavs</a:t>
            </a:r>
            <a:endParaRPr lang="en-US" sz="1800" dirty="0"/>
          </a:p>
        </p:txBody>
      </p:sp>
      <p:sp>
        <p:nvSpPr>
          <p:cNvPr id="3" name="Subtitle 2">
            <a:extLst>
              <a:ext uri="{FF2B5EF4-FFF2-40B4-BE49-F238E27FC236}">
                <a16:creationId xmlns:a16="http://schemas.microsoft.com/office/drawing/2014/main" id="{2663D3B0-4BCB-F6B3-E1D1-B9FC9C39984D}"/>
              </a:ext>
            </a:extLst>
          </p:cNvPr>
          <p:cNvSpPr>
            <a:spLocks noGrp="1"/>
          </p:cNvSpPr>
          <p:nvPr>
            <p:ph type="subTitle" idx="1"/>
          </p:nvPr>
        </p:nvSpPr>
        <p:spPr>
          <a:xfrm>
            <a:off x="1056899" y="4287837"/>
            <a:ext cx="3319158" cy="1775505"/>
          </a:xfrm>
        </p:spPr>
        <p:txBody>
          <a:bodyPr>
            <a:normAutofit/>
          </a:bodyPr>
          <a:lstStyle/>
          <a:p>
            <a:pPr algn="l">
              <a:lnSpc>
                <a:spcPct val="150000"/>
              </a:lnSpc>
            </a:pPr>
            <a:r>
              <a:rPr lang="en-US" sz="1600" dirty="0">
                <a:latin typeface="Lato" panose="020F0502020204030203" pitchFamily="34" charset="0"/>
                <a:ea typeface="Lato" panose="020F0502020204030203" pitchFamily="34" charset="0"/>
                <a:cs typeface="Lato" panose="020F0502020204030203" pitchFamily="34" charset="0"/>
              </a:rPr>
              <a:t>Sinh </a:t>
            </a:r>
            <a:r>
              <a:rPr lang="en-US" sz="1600" dirty="0" err="1">
                <a:latin typeface="Lato" panose="020F0502020204030203" pitchFamily="34" charset="0"/>
                <a:ea typeface="Lato" panose="020F0502020204030203" pitchFamily="34" charset="0"/>
                <a:cs typeface="Lato" panose="020F0502020204030203" pitchFamily="34" charset="0"/>
              </a:rPr>
              <a:t>viên</a:t>
            </a:r>
            <a:r>
              <a:rPr lang="en-US" sz="1600" dirty="0">
                <a:latin typeface="Lato" panose="020F0502020204030203" pitchFamily="34" charset="0"/>
                <a:ea typeface="Lato" panose="020F0502020204030203" pitchFamily="34" charset="0"/>
                <a:cs typeface="Lato" panose="020F0502020204030203" pitchFamily="34" charset="0"/>
              </a:rPr>
              <a:t> : Nguyễn Quang Huy </a:t>
            </a:r>
          </a:p>
          <a:p>
            <a:pPr algn="l">
              <a:lnSpc>
                <a:spcPct val="150000"/>
              </a:lnSpc>
            </a:pPr>
            <a:r>
              <a:rPr lang="en-US" sz="1600" dirty="0">
                <a:latin typeface="Lato" panose="020F0502020204030203" pitchFamily="34" charset="0"/>
                <a:ea typeface="Lato" panose="020F0502020204030203" pitchFamily="34" charset="0"/>
                <a:cs typeface="Lato" panose="020F0502020204030203" pitchFamily="34" charset="0"/>
              </a:rPr>
              <a:t>MSSV : 20210438</a:t>
            </a:r>
          </a:p>
          <a:p>
            <a:pPr algn="l">
              <a:lnSpc>
                <a:spcPct val="150000"/>
              </a:lnSpc>
            </a:pPr>
            <a:r>
              <a:rPr lang="en-US" sz="1600" dirty="0" err="1">
                <a:latin typeface="Lato" panose="020F0502020204030203" pitchFamily="34" charset="0"/>
                <a:ea typeface="Lato" panose="020F0502020204030203" pitchFamily="34" charset="0"/>
                <a:cs typeface="Lato" panose="020F0502020204030203" pitchFamily="34" charset="0"/>
              </a:rPr>
              <a:t>Lớp</a:t>
            </a:r>
            <a:r>
              <a:rPr lang="en-US" sz="1600" dirty="0">
                <a:latin typeface="Lato" panose="020F0502020204030203" pitchFamily="34" charset="0"/>
                <a:ea typeface="Lato" panose="020F0502020204030203" pitchFamily="34" charset="0"/>
                <a:cs typeface="Lato" panose="020F0502020204030203" pitchFamily="34" charset="0"/>
              </a:rPr>
              <a:t> : </a:t>
            </a:r>
            <a:r>
              <a:rPr lang="en-US" sz="1600" dirty="0" err="1">
                <a:latin typeface="Lato" panose="020F0502020204030203" pitchFamily="34" charset="0"/>
                <a:ea typeface="Lato" panose="020F0502020204030203" pitchFamily="34" charset="0"/>
                <a:cs typeface="Lato" panose="020F0502020204030203" pitchFamily="34" charset="0"/>
              </a:rPr>
              <a:t>Cơ</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điện</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tử</a:t>
            </a:r>
            <a:r>
              <a:rPr lang="en-US" sz="1600" dirty="0">
                <a:latin typeface="Lato" panose="020F0502020204030203" pitchFamily="34" charset="0"/>
                <a:ea typeface="Lato" panose="020F0502020204030203" pitchFamily="34" charset="0"/>
                <a:cs typeface="Lato" panose="020F0502020204030203" pitchFamily="34" charset="0"/>
              </a:rPr>
              <a:t> 01 </a:t>
            </a:r>
            <a:r>
              <a:rPr lang="en-US" sz="1700" dirty="0">
                <a:latin typeface="Lato" panose="020F0502020204030203" pitchFamily="34" charset="0"/>
                <a:ea typeface="Lato" panose="020F0502020204030203" pitchFamily="34" charset="0"/>
                <a:cs typeface="Lato" panose="020F0502020204030203" pitchFamily="34" charset="0"/>
              </a:rPr>
              <a:t>	</a:t>
            </a:r>
          </a:p>
          <a:p>
            <a:pPr algn="l">
              <a:lnSpc>
                <a:spcPct val="150000"/>
              </a:lnSpc>
            </a:pPr>
            <a:endParaRPr lang="en-US" sz="1600" dirty="0">
              <a:latin typeface="Lato" panose="020F0502020204030203" pitchFamily="34" charset="0"/>
              <a:ea typeface="Lato" panose="020F0502020204030203" pitchFamily="34" charset="0"/>
              <a:cs typeface="Lato" panose="020F0502020204030203" pitchFamily="34" charset="0"/>
            </a:endParaRPr>
          </a:p>
        </p:txBody>
      </p:sp>
      <p:pic>
        <p:nvPicPr>
          <p:cNvPr id="4" name="Picture 3">
            <a:extLst>
              <a:ext uri="{FF2B5EF4-FFF2-40B4-BE49-F238E27FC236}">
                <a16:creationId xmlns:a16="http://schemas.microsoft.com/office/drawing/2014/main" id="{48566CD4-5963-5DB9-4910-98E82178C86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3015" y="398420"/>
            <a:ext cx="2037225" cy="611595"/>
          </a:xfrm>
          <a:prstGeom prst="rect">
            <a:avLst/>
          </a:prstGeom>
        </p:spPr>
      </p:pic>
      <p:sp>
        <p:nvSpPr>
          <p:cNvPr id="5" name="Subtitle 2">
            <a:extLst>
              <a:ext uri="{FF2B5EF4-FFF2-40B4-BE49-F238E27FC236}">
                <a16:creationId xmlns:a16="http://schemas.microsoft.com/office/drawing/2014/main" id="{F0BA710E-C665-E4FC-53D0-E955A95798CC}"/>
              </a:ext>
            </a:extLst>
          </p:cNvPr>
          <p:cNvSpPr txBox="1">
            <a:spLocks/>
          </p:cNvSpPr>
          <p:nvPr/>
        </p:nvSpPr>
        <p:spPr>
          <a:xfrm>
            <a:off x="4571999" y="4287838"/>
            <a:ext cx="3776472"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sz="1600" dirty="0">
                <a:latin typeface="Lato" panose="020F0502020204030203" pitchFamily="34" charset="0"/>
                <a:ea typeface="Lato" panose="020F0502020204030203" pitchFamily="34" charset="0"/>
                <a:cs typeface="Lato" panose="020F0502020204030203" pitchFamily="34" charset="0"/>
              </a:rPr>
              <a:t>GVHD : TS. Trương Quốc </a:t>
            </a:r>
            <a:r>
              <a:rPr lang="en-US" sz="1600" dirty="0" err="1">
                <a:latin typeface="Lato" panose="020F0502020204030203" pitchFamily="34" charset="0"/>
                <a:ea typeface="Lato" panose="020F0502020204030203" pitchFamily="34" charset="0"/>
                <a:cs typeface="Lato" panose="020F0502020204030203" pitchFamily="34" charset="0"/>
              </a:rPr>
              <a:t>Chiến</a:t>
            </a:r>
            <a:endParaRPr lang="en-US" sz="1600" dirty="0">
              <a:latin typeface="Lato" panose="020F0502020204030203" pitchFamily="34" charset="0"/>
              <a:ea typeface="Lato" panose="020F0502020204030203" pitchFamily="34" charset="0"/>
              <a:cs typeface="Lato" panose="020F0502020204030203" pitchFamily="34" charset="0"/>
            </a:endParaRPr>
          </a:p>
          <a:p>
            <a:pPr algn="l">
              <a:lnSpc>
                <a:spcPct val="150000"/>
              </a:lnSpc>
            </a:pPr>
            <a:r>
              <a:rPr lang="en-US" sz="1600" dirty="0">
                <a:latin typeface="Lato" panose="020F0502020204030203" pitchFamily="34" charset="0"/>
                <a:ea typeface="Lato" panose="020F0502020204030203" pitchFamily="34" charset="0"/>
                <a:cs typeface="Lato" panose="020F0502020204030203" pitchFamily="34" charset="0"/>
              </a:rPr>
              <a:t>NCM : </a:t>
            </a:r>
            <a:r>
              <a:rPr lang="en-US" sz="1600" dirty="0" err="1">
                <a:latin typeface="Lato" panose="020F0502020204030203" pitchFamily="34" charset="0"/>
                <a:ea typeface="Lato" panose="020F0502020204030203" pitchFamily="34" charset="0"/>
                <a:cs typeface="Lato" panose="020F0502020204030203" pitchFamily="34" charset="0"/>
              </a:rPr>
              <a:t>Cơ</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ứng</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dụng</a:t>
            </a:r>
            <a:r>
              <a:rPr lang="en-US" sz="1600" dirty="0">
                <a:latin typeface="Lato" panose="020F0502020204030203" pitchFamily="34" charset="0"/>
                <a:ea typeface="Lato" panose="020F0502020204030203" pitchFamily="34" charset="0"/>
                <a:cs typeface="Lato" panose="020F0502020204030203" pitchFamily="34" charset="0"/>
              </a:rPr>
              <a:t> – Khoa </a:t>
            </a:r>
            <a:r>
              <a:rPr lang="en-US" sz="1600" dirty="0" err="1">
                <a:latin typeface="Lato" panose="020F0502020204030203" pitchFamily="34" charset="0"/>
                <a:ea typeface="Lato" panose="020F0502020204030203" pitchFamily="34" charset="0"/>
                <a:cs typeface="Lato" panose="020F0502020204030203" pitchFamily="34" charset="0"/>
              </a:rPr>
              <a:t>Cơ</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điện</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tử</a:t>
            </a:r>
            <a:endParaRPr lang="en-US" sz="1600" dirty="0">
              <a:latin typeface="Lato" panose="020F0502020204030203" pitchFamily="34" charset="0"/>
              <a:ea typeface="Lato" panose="020F0502020204030203" pitchFamily="34" charset="0"/>
              <a:cs typeface="Lato" panose="020F0502020204030203" pitchFamily="34" charset="0"/>
            </a:endParaRPr>
          </a:p>
          <a:p>
            <a:pPr algn="l">
              <a:lnSpc>
                <a:spcPct val="150000"/>
              </a:lnSpc>
            </a:pPr>
            <a:endParaRPr lang="en-US" sz="1600" dirty="0">
              <a:latin typeface="Lato" panose="020F0502020204030203"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F4C835B4-B659-EB52-46E7-9C6F6452893E}"/>
              </a:ext>
            </a:extLst>
          </p:cNvPr>
          <p:cNvSpPr txBox="1"/>
          <p:nvPr/>
        </p:nvSpPr>
        <p:spPr>
          <a:xfrm>
            <a:off x="2487821" y="5943600"/>
            <a:ext cx="3776472" cy="782394"/>
          </a:xfrm>
          <a:prstGeom prst="rect">
            <a:avLst/>
          </a:prstGeom>
          <a:noFill/>
        </p:spPr>
        <p:txBody>
          <a:bodyPr wrap="square" rtlCol="0">
            <a:spAutoFit/>
          </a:bodyPr>
          <a:lstStyle/>
          <a:p>
            <a:pPr algn="ctr">
              <a:lnSpc>
                <a:spcPct val="150000"/>
              </a:lnSpc>
            </a:pPr>
            <a:r>
              <a:rPr lang="en-US" sz="1600" dirty="0">
                <a:latin typeface="Lato" panose="020F0502020204030203" pitchFamily="34" charset="0"/>
                <a:ea typeface="Lato" panose="020F0502020204030203" pitchFamily="34" charset="0"/>
                <a:cs typeface="Lato" panose="020F0502020204030203" pitchFamily="34" charset="0"/>
              </a:rPr>
              <a:t>Trường </a:t>
            </a:r>
            <a:r>
              <a:rPr lang="en-US" sz="1600" dirty="0" err="1">
                <a:latin typeface="Lato" panose="020F0502020204030203" pitchFamily="34" charset="0"/>
                <a:ea typeface="Lato" panose="020F0502020204030203" pitchFamily="34" charset="0"/>
                <a:cs typeface="Lato" panose="020F0502020204030203" pitchFamily="34" charset="0"/>
              </a:rPr>
              <a:t>Cơ</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Khí</a:t>
            </a:r>
            <a:r>
              <a:rPr lang="en-US" sz="1600" dirty="0">
                <a:latin typeface="Lato" panose="020F0502020204030203" pitchFamily="34" charset="0"/>
                <a:ea typeface="Lato" panose="020F0502020204030203" pitchFamily="34" charset="0"/>
                <a:cs typeface="Lato" panose="020F0502020204030203" pitchFamily="34" charset="0"/>
              </a:rPr>
              <a:t> – </a:t>
            </a:r>
            <a:r>
              <a:rPr lang="en-US" sz="1600" dirty="0" err="1">
                <a:latin typeface="Lato" panose="020F0502020204030203" pitchFamily="34" charset="0"/>
                <a:ea typeface="Lato" panose="020F0502020204030203" pitchFamily="34" charset="0"/>
                <a:cs typeface="Lato" panose="020F0502020204030203" pitchFamily="34" charset="0"/>
              </a:rPr>
              <a:t>Đại</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học</a:t>
            </a:r>
            <a:r>
              <a:rPr lang="en-US" sz="1600" dirty="0">
                <a:latin typeface="Lato" panose="020F0502020204030203" pitchFamily="34" charset="0"/>
                <a:ea typeface="Lato" panose="020F0502020204030203" pitchFamily="34" charset="0"/>
                <a:cs typeface="Lato" panose="020F0502020204030203" pitchFamily="34" charset="0"/>
              </a:rPr>
              <a:t> BKHN</a:t>
            </a:r>
            <a:endParaRPr lang="en-US" sz="1600" dirty="0"/>
          </a:p>
          <a:p>
            <a:pPr algn="ctr">
              <a:lnSpc>
                <a:spcPct val="150000"/>
              </a:lnSpc>
            </a:pPr>
            <a:r>
              <a:rPr lang="en-US" sz="1600" dirty="0">
                <a:latin typeface="Lato" panose="020F0502020204030203" pitchFamily="34" charset="0"/>
                <a:ea typeface="Lato" panose="020F0502020204030203" pitchFamily="34" charset="0"/>
                <a:cs typeface="Lato" panose="020F0502020204030203" pitchFamily="34" charset="0"/>
              </a:rPr>
              <a:t>Hà </a:t>
            </a:r>
            <a:r>
              <a:rPr lang="en-US" sz="1600" dirty="0" err="1">
                <a:latin typeface="Lato" panose="020F0502020204030203" pitchFamily="34" charset="0"/>
                <a:ea typeface="Lato" panose="020F0502020204030203" pitchFamily="34" charset="0"/>
                <a:cs typeface="Lato" panose="020F0502020204030203" pitchFamily="34" charset="0"/>
              </a:rPr>
              <a:t>Nội</a:t>
            </a:r>
            <a:r>
              <a:rPr lang="en-US" sz="1600" dirty="0">
                <a:latin typeface="Lato" panose="020F0502020204030203" pitchFamily="34" charset="0"/>
                <a:ea typeface="Lato" panose="020F0502020204030203" pitchFamily="34" charset="0"/>
                <a:cs typeface="Lato" panose="020F0502020204030203" pitchFamily="34" charset="0"/>
              </a:rPr>
              <a:t> – 2/2026</a:t>
            </a:r>
          </a:p>
        </p:txBody>
      </p:sp>
      <p:sp>
        <p:nvSpPr>
          <p:cNvPr id="8" name="Slide Number Placeholder 1">
            <a:extLst>
              <a:ext uri="{FF2B5EF4-FFF2-40B4-BE49-F238E27FC236}">
                <a16:creationId xmlns:a16="http://schemas.microsoft.com/office/drawing/2014/main" id="{188F874D-0CA8-C321-B172-8AB9F518D117}"/>
              </a:ext>
            </a:extLst>
          </p:cNvPr>
          <p:cNvSpPr>
            <a:spLocks noGrp="1"/>
          </p:cNvSpPr>
          <p:nvPr>
            <p:ph type="sldNum" sz="quarter" idx="12"/>
          </p:nvPr>
        </p:nvSpPr>
        <p:spPr>
          <a:xfrm>
            <a:off x="6867383" y="6572130"/>
            <a:ext cx="2057400" cy="365125"/>
          </a:xfrm>
        </p:spPr>
        <p:txBody>
          <a:bodyPr/>
          <a:lstStyle/>
          <a:p>
            <a:fld id="{CDF39002-B913-4D8C-BB82-64778EE8ECF0}" type="slidenum">
              <a:rPr lang="en-US" smtClean="0"/>
              <a:t>1</a:t>
            </a:fld>
            <a:endParaRPr lang="en-US" dirty="0"/>
          </a:p>
        </p:txBody>
      </p:sp>
    </p:spTree>
    <p:extLst>
      <p:ext uri="{BB962C8B-B14F-4D97-AF65-F5344CB8AC3E}">
        <p14:creationId xmlns:p14="http://schemas.microsoft.com/office/powerpoint/2010/main" val="2030121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230AD0A1-A881-42EB-2C7A-E5C2E010B6C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3015" y="398420"/>
            <a:ext cx="2037225" cy="611595"/>
          </a:xfrm>
          <a:prstGeom prst="rect">
            <a:avLst/>
          </a:prstGeom>
        </p:spPr>
      </p:pic>
      <p:sp>
        <p:nvSpPr>
          <p:cNvPr id="3" name="Title 6">
            <a:extLst>
              <a:ext uri="{FF2B5EF4-FFF2-40B4-BE49-F238E27FC236}">
                <a16:creationId xmlns:a16="http://schemas.microsoft.com/office/drawing/2014/main" id="{02EA3D52-7524-452D-052F-FD51C4A0204D}"/>
              </a:ext>
            </a:extLst>
          </p:cNvPr>
          <p:cNvSpPr txBox="1">
            <a:spLocks/>
          </p:cNvSpPr>
          <p:nvPr/>
        </p:nvSpPr>
        <p:spPr>
          <a:xfrm>
            <a:off x="3519496" y="1721686"/>
            <a:ext cx="2104985"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ctr"/>
            <a:r>
              <a:rPr lang="en-US" sz="3600" dirty="0" err="1">
                <a:solidFill>
                  <a:schemeClr val="tx1"/>
                </a:solidFill>
                <a:latin typeface="+mj-lt"/>
              </a:rPr>
              <a:t>Nội</a:t>
            </a:r>
            <a:r>
              <a:rPr lang="en-US" sz="3600" dirty="0">
                <a:solidFill>
                  <a:schemeClr val="tx1"/>
                </a:solidFill>
                <a:latin typeface="+mj-lt"/>
              </a:rPr>
              <a:t> dung </a:t>
            </a:r>
          </a:p>
        </p:txBody>
      </p:sp>
      <p:sp>
        <p:nvSpPr>
          <p:cNvPr id="4" name="Title 6">
            <a:extLst>
              <a:ext uri="{FF2B5EF4-FFF2-40B4-BE49-F238E27FC236}">
                <a16:creationId xmlns:a16="http://schemas.microsoft.com/office/drawing/2014/main" id="{C464B3A9-D024-082F-8A02-404CB4C6FEFD}"/>
              </a:ext>
            </a:extLst>
          </p:cNvPr>
          <p:cNvSpPr txBox="1">
            <a:spLocks/>
          </p:cNvSpPr>
          <p:nvPr/>
        </p:nvSpPr>
        <p:spPr>
          <a:xfrm>
            <a:off x="2227463" y="2570478"/>
            <a:ext cx="4689050" cy="2454964"/>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marL="514350" indent="-457200">
              <a:lnSpc>
                <a:spcPct val="150000"/>
              </a:lnSpc>
              <a:buFont typeface="+mj-lt"/>
              <a:buAutoNum type="arabicPeriod"/>
            </a:pPr>
            <a:r>
              <a:rPr lang="vi-VN" sz="2400" b="0" dirty="0">
                <a:solidFill>
                  <a:schemeClr val="tx1"/>
                </a:solidFill>
              </a:rPr>
              <a:t>Đặt vấn đề</a:t>
            </a:r>
          </a:p>
          <a:p>
            <a:pPr marL="514350" indent="-457200">
              <a:lnSpc>
                <a:spcPct val="150000"/>
              </a:lnSpc>
              <a:buFont typeface="+mj-lt"/>
              <a:buAutoNum type="arabicPeriod"/>
            </a:pPr>
            <a:r>
              <a:rPr lang="vi-VN" sz="2400" b="0" dirty="0">
                <a:solidFill>
                  <a:schemeClr val="tx1"/>
                </a:solidFill>
              </a:rPr>
              <a:t>Phương pháp nghiên cứu</a:t>
            </a:r>
          </a:p>
          <a:p>
            <a:pPr marL="514350" indent="-457200">
              <a:lnSpc>
                <a:spcPct val="150000"/>
              </a:lnSpc>
              <a:buFont typeface="+mj-lt"/>
              <a:buAutoNum type="arabicPeriod"/>
            </a:pPr>
            <a:r>
              <a:rPr lang="vi-VN" sz="2400" b="0" dirty="0">
                <a:solidFill>
                  <a:schemeClr val="tx1"/>
                </a:solidFill>
              </a:rPr>
              <a:t>Mô phỏng và </a:t>
            </a:r>
            <a:r>
              <a:rPr lang="en-US" sz="2400" b="0" dirty="0">
                <a:solidFill>
                  <a:schemeClr val="tx1"/>
                </a:solidFill>
              </a:rPr>
              <a:t>k</a:t>
            </a:r>
            <a:r>
              <a:rPr lang="vi-VN" sz="2400" b="0" dirty="0">
                <a:solidFill>
                  <a:schemeClr val="tx1"/>
                </a:solidFill>
              </a:rPr>
              <a:t>ết quả</a:t>
            </a:r>
          </a:p>
          <a:p>
            <a:pPr marL="514350" indent="-457200">
              <a:lnSpc>
                <a:spcPct val="150000"/>
              </a:lnSpc>
              <a:buFont typeface="+mj-lt"/>
              <a:buAutoNum type="arabicPeriod"/>
            </a:pPr>
            <a:r>
              <a:rPr lang="vi-VN" sz="2400" b="0" dirty="0">
                <a:solidFill>
                  <a:schemeClr val="tx1"/>
                </a:solidFill>
              </a:rPr>
              <a:t>Kết luận và </a:t>
            </a:r>
            <a:r>
              <a:rPr lang="en-US" sz="2400" b="0" dirty="0">
                <a:solidFill>
                  <a:schemeClr val="tx1"/>
                </a:solidFill>
              </a:rPr>
              <a:t>h</a:t>
            </a:r>
            <a:r>
              <a:rPr lang="vi-VN" sz="2400" b="0" dirty="0">
                <a:solidFill>
                  <a:schemeClr val="tx1"/>
                </a:solidFill>
              </a:rPr>
              <a:t>ướng phát triển</a:t>
            </a:r>
            <a:endParaRPr lang="en-US" sz="2400" b="0" dirty="0">
              <a:solidFill>
                <a:schemeClr val="tx1"/>
              </a:solidFill>
            </a:endParaRPr>
          </a:p>
        </p:txBody>
      </p:sp>
      <p:sp>
        <p:nvSpPr>
          <p:cNvPr id="6" name="TextBox 5">
            <a:extLst>
              <a:ext uri="{FF2B5EF4-FFF2-40B4-BE49-F238E27FC236}">
                <a16:creationId xmlns:a16="http://schemas.microsoft.com/office/drawing/2014/main" id="{781F7234-750F-FF6B-D933-4F951EAFF948}"/>
              </a:ext>
            </a:extLst>
          </p:cNvPr>
          <p:cNvSpPr txBox="1"/>
          <p:nvPr/>
        </p:nvSpPr>
        <p:spPr>
          <a:xfrm>
            <a:off x="2683757" y="6296890"/>
            <a:ext cx="3776472" cy="413062"/>
          </a:xfrm>
          <a:prstGeom prst="rect">
            <a:avLst/>
          </a:prstGeom>
          <a:noFill/>
        </p:spPr>
        <p:txBody>
          <a:bodyPr wrap="square" rtlCol="0">
            <a:spAutoFit/>
          </a:bodyPr>
          <a:lstStyle/>
          <a:p>
            <a:pPr algn="ctr">
              <a:lnSpc>
                <a:spcPct val="150000"/>
              </a:lnSpc>
            </a:pPr>
            <a:r>
              <a:rPr lang="en-US" sz="1600" dirty="0">
                <a:latin typeface="Lato" panose="020F0502020204030203" pitchFamily="34" charset="0"/>
                <a:ea typeface="Lato" panose="020F0502020204030203" pitchFamily="34" charset="0"/>
                <a:cs typeface="Lato" panose="020F0502020204030203" pitchFamily="34" charset="0"/>
              </a:rPr>
              <a:t>Hà </a:t>
            </a:r>
            <a:r>
              <a:rPr lang="en-US" sz="1600" dirty="0" err="1">
                <a:latin typeface="Lato" panose="020F0502020204030203" pitchFamily="34" charset="0"/>
                <a:ea typeface="Lato" panose="020F0502020204030203" pitchFamily="34" charset="0"/>
                <a:cs typeface="Lato" panose="020F0502020204030203" pitchFamily="34" charset="0"/>
              </a:rPr>
              <a:t>Nội</a:t>
            </a:r>
            <a:r>
              <a:rPr lang="en-US" sz="1600" dirty="0">
                <a:latin typeface="Lato" panose="020F0502020204030203" pitchFamily="34" charset="0"/>
                <a:ea typeface="Lato" panose="020F0502020204030203" pitchFamily="34" charset="0"/>
                <a:cs typeface="Lato" panose="020F0502020204030203" pitchFamily="34" charset="0"/>
              </a:rPr>
              <a:t> – 2/2026</a:t>
            </a:r>
          </a:p>
        </p:txBody>
      </p:sp>
      <p:sp>
        <p:nvSpPr>
          <p:cNvPr id="5" name="Slide Number Placeholder 1">
            <a:extLst>
              <a:ext uri="{FF2B5EF4-FFF2-40B4-BE49-F238E27FC236}">
                <a16:creationId xmlns:a16="http://schemas.microsoft.com/office/drawing/2014/main" id="{8FC53675-0512-2300-5209-848B5D7DC991}"/>
              </a:ext>
            </a:extLst>
          </p:cNvPr>
          <p:cNvSpPr>
            <a:spLocks noGrp="1"/>
          </p:cNvSpPr>
          <p:nvPr>
            <p:ph type="sldNum" sz="quarter" idx="12"/>
          </p:nvPr>
        </p:nvSpPr>
        <p:spPr>
          <a:xfrm>
            <a:off x="6867383" y="6572130"/>
            <a:ext cx="2057400" cy="365125"/>
          </a:xfrm>
        </p:spPr>
        <p:txBody>
          <a:bodyPr/>
          <a:lstStyle/>
          <a:p>
            <a:fld id="{CDF39002-B913-4D8C-BB82-64778EE8ECF0}" type="slidenum">
              <a:rPr lang="en-US" smtClean="0"/>
              <a:t>2</a:t>
            </a:fld>
            <a:endParaRPr lang="en-US" dirty="0"/>
          </a:p>
        </p:txBody>
      </p:sp>
    </p:spTree>
    <p:extLst>
      <p:ext uri="{BB962C8B-B14F-4D97-AF65-F5344CB8AC3E}">
        <p14:creationId xmlns:p14="http://schemas.microsoft.com/office/powerpoint/2010/main" val="3539251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CDF39002-B913-4D8C-BB82-64778EE8ECF0}" type="slidenum">
              <a:rPr lang="en-US" smtClean="0"/>
              <a:t>3</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normAutofit fontScale="90000"/>
          </a:bodyPr>
          <a:lstStyle/>
          <a:p>
            <a:r>
              <a:rPr lang="vi-VN" dirty="0"/>
              <a:t>1. Đặt vấn đề</a:t>
            </a:r>
            <a:endParaRPr lang="en-US" dirty="0"/>
          </a:p>
        </p:txBody>
      </p:sp>
      <p:sp>
        <p:nvSpPr>
          <p:cNvPr id="11" name="Text Placeholder 3">
            <a:extLst>
              <a:ext uri="{FF2B5EF4-FFF2-40B4-BE49-F238E27FC236}">
                <a16:creationId xmlns:a16="http://schemas.microsoft.com/office/drawing/2014/main" id="{23D44495-77DC-F953-408F-2CA2504C84AC}"/>
              </a:ext>
            </a:extLst>
          </p:cNvPr>
          <p:cNvSpPr txBox="1">
            <a:spLocks/>
          </p:cNvSpPr>
          <p:nvPr/>
        </p:nvSpPr>
        <p:spPr>
          <a:xfrm>
            <a:off x="250938" y="3572220"/>
            <a:ext cx="8674100" cy="10166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vi-VN" sz="2000" b="1" dirty="0"/>
          </a:p>
        </p:txBody>
      </p:sp>
      <p:sp>
        <p:nvSpPr>
          <p:cNvPr id="9" name="TextBox 8">
            <a:extLst>
              <a:ext uri="{FF2B5EF4-FFF2-40B4-BE49-F238E27FC236}">
                <a16:creationId xmlns:a16="http://schemas.microsoft.com/office/drawing/2014/main" id="{1C4F5FDA-9D16-2ADE-F8F4-DD515A6BB6A3}"/>
              </a:ext>
            </a:extLst>
          </p:cNvPr>
          <p:cNvSpPr txBox="1"/>
          <p:nvPr/>
        </p:nvSpPr>
        <p:spPr>
          <a:xfrm>
            <a:off x="778184" y="3822637"/>
            <a:ext cx="1895071" cy="338554"/>
          </a:xfrm>
          <a:prstGeom prst="rect">
            <a:avLst/>
          </a:prstGeom>
          <a:noFill/>
        </p:spPr>
        <p:txBody>
          <a:bodyPr wrap="none" rtlCol="0">
            <a:spAutoFit/>
          </a:bodyPr>
          <a:lstStyle/>
          <a:p>
            <a:r>
              <a:rPr lang="en-US" sz="1600" dirty="0" err="1">
                <a:latin typeface="Lato" panose="020F0502020204030203" pitchFamily="34" charset="0"/>
                <a:ea typeface="Lato" panose="020F0502020204030203" pitchFamily="34" charset="0"/>
                <a:cs typeface="Lato" panose="020F0502020204030203" pitchFamily="34" charset="0"/>
              </a:rPr>
              <a:t>Mô</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hình</a:t>
            </a:r>
            <a:r>
              <a:rPr lang="en-US" sz="1600" dirty="0">
                <a:latin typeface="Lato" panose="020F0502020204030203" pitchFamily="34" charset="0"/>
                <a:ea typeface="Lato" panose="020F0502020204030203" pitchFamily="34" charset="0"/>
                <a:cs typeface="Lato" panose="020F0502020204030203" pitchFamily="34" charset="0"/>
              </a:rPr>
              <a:t> quadrotor</a:t>
            </a:r>
            <a:endParaRPr lang="vi-VN" sz="1600" dirty="0">
              <a:latin typeface="Lato" panose="020F0502020204030203" pitchFamily="34" charset="0"/>
              <a:ea typeface="Lato" panose="020F0502020204030203" pitchFamily="34" charset="0"/>
              <a:cs typeface="Lato" panose="020F0502020204030203" pitchFamily="34" charset="0"/>
            </a:endParaRPr>
          </a:p>
        </p:txBody>
      </p:sp>
      <p:pic>
        <p:nvPicPr>
          <p:cNvPr id="15" name="Picture 14">
            <a:extLst>
              <a:ext uri="{FF2B5EF4-FFF2-40B4-BE49-F238E27FC236}">
                <a16:creationId xmlns:a16="http://schemas.microsoft.com/office/drawing/2014/main" id="{4886F3C1-9B35-FCC5-8E94-513C43AA23A6}"/>
              </a:ext>
            </a:extLst>
          </p:cNvPr>
          <p:cNvPicPr>
            <a:picLocks noChangeAspect="1"/>
          </p:cNvPicPr>
          <p:nvPr/>
        </p:nvPicPr>
        <p:blipFill>
          <a:blip r:embed="rId3">
            <a:extLst>
              <a:ext uri="{28A0092B-C50C-407E-A947-70E740481C1C}">
                <a14:useLocalDpi xmlns:a14="http://schemas.microsoft.com/office/drawing/2010/main" val="0"/>
              </a:ext>
            </a:extLst>
          </a:blip>
          <a:srcRect r="2152" b="16638"/>
          <a:stretch>
            <a:fillRect/>
          </a:stretch>
        </p:blipFill>
        <p:spPr>
          <a:xfrm>
            <a:off x="578932" y="1382057"/>
            <a:ext cx="3393467" cy="2027144"/>
          </a:xfrm>
          <a:prstGeom prst="rect">
            <a:avLst/>
          </a:prstGeom>
        </p:spPr>
      </p:pic>
      <p:pic>
        <p:nvPicPr>
          <p:cNvPr id="4" name="Picture 3">
            <a:extLst>
              <a:ext uri="{FF2B5EF4-FFF2-40B4-BE49-F238E27FC236}">
                <a16:creationId xmlns:a16="http://schemas.microsoft.com/office/drawing/2014/main" id="{BB8A5844-8CF3-4CBA-82AD-A746315A3D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1603" y="1382057"/>
            <a:ext cx="3393467" cy="2379404"/>
          </a:xfrm>
          <a:prstGeom prst="rect">
            <a:avLst/>
          </a:prstGeom>
        </p:spPr>
      </p:pic>
      <p:sp>
        <p:nvSpPr>
          <p:cNvPr id="5" name="TextBox 4">
            <a:extLst>
              <a:ext uri="{FF2B5EF4-FFF2-40B4-BE49-F238E27FC236}">
                <a16:creationId xmlns:a16="http://schemas.microsoft.com/office/drawing/2014/main" id="{675579A1-F0D7-229A-6E48-212ADDEC1199}"/>
              </a:ext>
            </a:extLst>
          </p:cNvPr>
          <p:cNvSpPr txBox="1"/>
          <p:nvPr/>
        </p:nvSpPr>
        <p:spPr>
          <a:xfrm>
            <a:off x="250938" y="4178121"/>
            <a:ext cx="4321063" cy="1699632"/>
          </a:xfrm>
          <a:prstGeom prst="rect">
            <a:avLst/>
          </a:prstGeom>
          <a:noFill/>
        </p:spPr>
        <p:txBody>
          <a:bodyPr wrap="square">
            <a:spAutoFit/>
          </a:bodyPr>
          <a:lstStyle/>
          <a:p>
            <a:pPr>
              <a:lnSpc>
                <a:spcPct val="150000"/>
              </a:lnSpc>
            </a:pPr>
            <a:r>
              <a:rPr lang="en-US" dirty="0" err="1">
                <a:latin typeface="Lato" panose="020F0502020204030203" pitchFamily="34" charset="0"/>
                <a:ea typeface="Lato" panose="020F0502020204030203" pitchFamily="34" charset="0"/>
                <a:cs typeface="Lato" panose="020F0502020204030203" pitchFamily="34" charset="0"/>
              </a:rPr>
              <a:t>Ứng</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dụng</a:t>
            </a:r>
            <a:r>
              <a:rPr lang="vi-VN" dirty="0">
                <a:latin typeface="Lato" panose="020F0502020204030203" pitchFamily="34" charset="0"/>
                <a:ea typeface="Lato" panose="020F0502020204030203" pitchFamily="34" charset="0"/>
                <a:cs typeface="Lato" panose="020F0502020204030203" pitchFamily="34" charset="0"/>
              </a:rPr>
              <a:t>:</a:t>
            </a:r>
            <a:endParaRPr lang="en-US" dirty="0">
              <a:latin typeface="Lato" panose="020F0502020204030203" pitchFamily="34" charset="0"/>
              <a:ea typeface="Lato" panose="020F0502020204030203" pitchFamily="34" charset="0"/>
              <a:cs typeface="Lato" panose="020F0502020204030203" pitchFamily="34" charset="0"/>
            </a:endParaRPr>
          </a:p>
          <a:p>
            <a:pPr marL="285744" indent="-285744">
              <a:lnSpc>
                <a:spcPct val="150000"/>
              </a:lnSpc>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Quay </a:t>
            </a:r>
            <a:r>
              <a:rPr lang="en-US" dirty="0" err="1">
                <a:latin typeface="Lato" panose="020F0502020204030203" pitchFamily="34" charset="0"/>
                <a:ea typeface="Lato" panose="020F0502020204030203" pitchFamily="34" charset="0"/>
                <a:cs typeface="Lato" panose="020F0502020204030203" pitchFamily="34" charset="0"/>
              </a:rPr>
              <a:t>phim</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biểu</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diễn</a:t>
            </a:r>
            <a:endParaRPr lang="en-US" dirty="0">
              <a:latin typeface="Lato" panose="020F0502020204030203" pitchFamily="34" charset="0"/>
              <a:ea typeface="Lato" panose="020F0502020204030203" pitchFamily="34" charset="0"/>
              <a:cs typeface="Lato" panose="020F0502020204030203" pitchFamily="34" charset="0"/>
            </a:endParaRPr>
          </a:p>
          <a:p>
            <a:pPr marL="285744" indent="-285744">
              <a:lnSpc>
                <a:spcPct val="150000"/>
              </a:lnSpc>
              <a:buFont typeface="Arial" panose="020B0604020202020204" pitchFamily="34" charset="0"/>
              <a:buChar char="•"/>
            </a:pPr>
            <a:r>
              <a:rPr lang="en-US" dirty="0" err="1">
                <a:latin typeface="Lato" panose="020F0502020204030203" pitchFamily="34" charset="0"/>
                <a:ea typeface="Lato" panose="020F0502020204030203" pitchFamily="34" charset="0"/>
                <a:cs typeface="Lato" panose="020F0502020204030203" pitchFamily="34" charset="0"/>
              </a:rPr>
              <a:t>Nông</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nghiệp</a:t>
            </a:r>
            <a:endParaRPr lang="en-US" dirty="0">
              <a:latin typeface="Lato" panose="020F0502020204030203" pitchFamily="34" charset="0"/>
              <a:ea typeface="Lato" panose="020F0502020204030203" pitchFamily="34" charset="0"/>
              <a:cs typeface="Lato" panose="020F0502020204030203" pitchFamily="34" charset="0"/>
            </a:endParaRPr>
          </a:p>
          <a:p>
            <a:pPr marL="285744" indent="-285744">
              <a:lnSpc>
                <a:spcPct val="150000"/>
              </a:lnSpc>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Giao </a:t>
            </a:r>
            <a:r>
              <a:rPr lang="en-US" dirty="0" err="1">
                <a:latin typeface="Lato" panose="020F0502020204030203" pitchFamily="34" charset="0"/>
                <a:ea typeface="Lato" panose="020F0502020204030203" pitchFamily="34" charset="0"/>
                <a:cs typeface="Lato" panose="020F0502020204030203" pitchFamily="34" charset="0"/>
              </a:rPr>
              <a:t>hàng</a:t>
            </a:r>
            <a:endParaRPr lang="en-US" dirty="0">
              <a:latin typeface="Lato" panose="020F0502020204030203"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CB6DD91C-4A7B-A944-EEC6-A6389E1BA1D7}"/>
              </a:ext>
            </a:extLst>
          </p:cNvPr>
          <p:cNvSpPr txBox="1"/>
          <p:nvPr/>
        </p:nvSpPr>
        <p:spPr>
          <a:xfrm>
            <a:off x="5171603" y="3810693"/>
            <a:ext cx="2985113" cy="338554"/>
          </a:xfrm>
          <a:prstGeom prst="rect">
            <a:avLst/>
          </a:prstGeom>
          <a:noFill/>
        </p:spPr>
        <p:txBody>
          <a:bodyPr wrap="none" rtlCol="0">
            <a:spAutoFit/>
          </a:bodyPr>
          <a:lstStyle/>
          <a:p>
            <a:r>
              <a:rPr lang="en-US" sz="1600" dirty="0" err="1">
                <a:latin typeface="Lato" panose="020F0502020204030203" pitchFamily="34" charset="0"/>
                <a:ea typeface="Lato" panose="020F0502020204030203" pitchFamily="34" charset="0"/>
                <a:cs typeface="Lato" panose="020F0502020204030203" pitchFamily="34" charset="0"/>
              </a:rPr>
              <a:t>Mô</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hình</a:t>
            </a:r>
            <a:r>
              <a:rPr lang="en-US" sz="1600" dirty="0">
                <a:latin typeface="Lato" panose="020F0502020204030203" pitchFamily="34" charset="0"/>
                <a:ea typeface="Lato" panose="020F0502020204030203" pitchFamily="34" charset="0"/>
                <a:cs typeface="Lato" panose="020F0502020204030203" pitchFamily="34" charset="0"/>
              </a:rPr>
              <a:t> quadrotor </a:t>
            </a:r>
            <a:r>
              <a:rPr lang="en-US" sz="1600" dirty="0" err="1">
                <a:latin typeface="Lato" panose="020F0502020204030203" pitchFamily="34" charset="0"/>
                <a:ea typeface="Lato" panose="020F0502020204030203" pitchFamily="34" charset="0"/>
                <a:cs typeface="Lato" panose="020F0502020204030203" pitchFamily="34" charset="0"/>
              </a:rPr>
              <a:t>gắn</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tay</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gắp</a:t>
            </a:r>
            <a:endParaRPr lang="vi-VN" sz="1600" dirty="0">
              <a:latin typeface="Lato" panose="020F0502020204030203"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13002C81-0FCA-D54C-15B3-A2DCFF99D482}"/>
              </a:ext>
            </a:extLst>
          </p:cNvPr>
          <p:cNvSpPr txBox="1"/>
          <p:nvPr/>
        </p:nvSpPr>
        <p:spPr>
          <a:xfrm>
            <a:off x="4571999" y="4178121"/>
            <a:ext cx="4321063" cy="1699632"/>
          </a:xfrm>
          <a:prstGeom prst="rect">
            <a:avLst/>
          </a:prstGeom>
          <a:noFill/>
        </p:spPr>
        <p:txBody>
          <a:bodyPr wrap="square">
            <a:spAutoFit/>
          </a:bodyPr>
          <a:lstStyle/>
          <a:p>
            <a:pPr>
              <a:lnSpc>
                <a:spcPct val="150000"/>
              </a:lnSpc>
            </a:pPr>
            <a:r>
              <a:rPr lang="en-US" dirty="0" err="1">
                <a:latin typeface="Lato" panose="020F0502020204030203" pitchFamily="34" charset="0"/>
                <a:ea typeface="Lato" panose="020F0502020204030203" pitchFamily="34" charset="0"/>
                <a:cs typeface="Lato" panose="020F0502020204030203" pitchFamily="34" charset="0"/>
              </a:rPr>
              <a:t>Ứng</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dụng</a:t>
            </a:r>
            <a:r>
              <a:rPr lang="vi-VN" dirty="0">
                <a:latin typeface="Lato" panose="020F0502020204030203" pitchFamily="34" charset="0"/>
                <a:ea typeface="Lato" panose="020F0502020204030203" pitchFamily="34" charset="0"/>
                <a:cs typeface="Lato" panose="020F0502020204030203" pitchFamily="34" charset="0"/>
              </a:rPr>
              <a:t>:</a:t>
            </a:r>
            <a:endParaRPr lang="en-US" dirty="0">
              <a:latin typeface="Lato" panose="020F0502020204030203" pitchFamily="34" charset="0"/>
              <a:ea typeface="Lato" panose="020F0502020204030203" pitchFamily="34" charset="0"/>
              <a:cs typeface="Lato" panose="020F0502020204030203" pitchFamily="34" charset="0"/>
            </a:endParaRPr>
          </a:p>
          <a:p>
            <a:pPr marL="285744" indent="-285744">
              <a:lnSpc>
                <a:spcPct val="150000"/>
              </a:lnSpc>
              <a:buFont typeface="Arial" panose="020B0604020202020204" pitchFamily="34" charset="0"/>
              <a:buChar char="•"/>
            </a:pPr>
            <a:r>
              <a:rPr lang="vi-VN" dirty="0">
                <a:latin typeface="Lato" panose="020F0502020204030203" pitchFamily="34" charset="0"/>
                <a:ea typeface="Lato" panose="020F0502020204030203" pitchFamily="34" charset="0"/>
                <a:cs typeface="Lato" panose="020F0502020204030203" pitchFamily="34" charset="0"/>
              </a:rPr>
              <a:t>Gắp vật thể</a:t>
            </a:r>
            <a:endParaRPr lang="en-US" dirty="0">
              <a:latin typeface="Lato" panose="020F0502020204030203" pitchFamily="34" charset="0"/>
              <a:ea typeface="Lato" panose="020F0502020204030203" pitchFamily="34" charset="0"/>
              <a:cs typeface="Lato" panose="020F0502020204030203" pitchFamily="34" charset="0"/>
            </a:endParaRPr>
          </a:p>
          <a:p>
            <a:pPr marL="285744" indent="-285744">
              <a:lnSpc>
                <a:spcPct val="150000"/>
              </a:lnSpc>
              <a:buFont typeface="Arial" panose="020B0604020202020204" pitchFamily="34" charset="0"/>
              <a:buChar char="•"/>
            </a:pPr>
            <a:r>
              <a:rPr lang="vi-VN" dirty="0">
                <a:latin typeface="Lato" panose="020F0502020204030203" pitchFamily="34" charset="0"/>
                <a:ea typeface="Lato" panose="020F0502020204030203" pitchFamily="34" charset="0"/>
                <a:cs typeface="Lato" panose="020F0502020204030203" pitchFamily="34" charset="0"/>
              </a:rPr>
              <a:t>Cứu nạn </a:t>
            </a:r>
            <a:endParaRPr lang="en-US" dirty="0">
              <a:latin typeface="Lato" panose="020F0502020204030203" pitchFamily="34" charset="0"/>
              <a:ea typeface="Lato" panose="020F0502020204030203" pitchFamily="34" charset="0"/>
              <a:cs typeface="Lato" panose="020F0502020204030203" pitchFamily="34" charset="0"/>
            </a:endParaRPr>
          </a:p>
          <a:p>
            <a:pPr marL="285744" indent="-285744">
              <a:lnSpc>
                <a:spcPct val="150000"/>
              </a:lnSpc>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B</a:t>
            </a:r>
            <a:r>
              <a:rPr lang="vi-VN" dirty="0">
                <a:latin typeface="Lato" panose="020F0502020204030203" pitchFamily="34" charset="0"/>
                <a:ea typeface="Lato" panose="020F0502020204030203" pitchFamily="34" charset="0"/>
                <a:cs typeface="Lato" panose="020F0502020204030203" pitchFamily="34" charset="0"/>
              </a:rPr>
              <a:t>ám, đậu </a:t>
            </a:r>
            <a:r>
              <a:rPr lang="en-US" dirty="0" err="1">
                <a:latin typeface="Lato" panose="020F0502020204030203" pitchFamily="34" charset="0"/>
                <a:ea typeface="Lato" panose="020F0502020204030203" pitchFamily="34" charset="0"/>
                <a:cs typeface="Lato" panose="020F0502020204030203" pitchFamily="34" charset="0"/>
              </a:rPr>
              <a:t>khi</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khảo</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sát</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địa</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hình</a:t>
            </a:r>
            <a:endParaRPr lang="en-US" dirty="0">
              <a:latin typeface="Lato" panose="020F0502020204030203" pitchFamily="34" charset="0"/>
              <a:ea typeface="Lato" panose="020F0502020204030203" pitchFamily="34" charset="0"/>
              <a:cs typeface="Lato" panose="020F0502020204030203" pitchFamily="34" charset="0"/>
            </a:endParaRPr>
          </a:p>
        </p:txBody>
      </p:sp>
      <p:sp>
        <p:nvSpPr>
          <p:cNvPr id="8" name="TextBox 7">
            <a:extLst>
              <a:ext uri="{FF2B5EF4-FFF2-40B4-BE49-F238E27FC236}">
                <a16:creationId xmlns:a16="http://schemas.microsoft.com/office/drawing/2014/main" id="{581F7145-CC89-52E8-95A1-AE716F2D4E0C}"/>
              </a:ext>
            </a:extLst>
          </p:cNvPr>
          <p:cNvSpPr txBox="1"/>
          <p:nvPr/>
        </p:nvSpPr>
        <p:spPr>
          <a:xfrm>
            <a:off x="235077" y="966573"/>
            <a:ext cx="2507226" cy="430887"/>
          </a:xfrm>
          <a:prstGeom prst="rect">
            <a:avLst/>
          </a:prstGeom>
          <a:noFill/>
        </p:spPr>
        <p:txBody>
          <a:bodyPr wrap="square" rtlCol="0">
            <a:spAutoFit/>
          </a:bodyPr>
          <a:lstStyle/>
          <a:p>
            <a:r>
              <a:rPr lang="en-US" sz="2200" dirty="0">
                <a:latin typeface="Lato" panose="020F0502020204030203" pitchFamily="34" charset="0"/>
                <a:ea typeface="Lato" panose="020F0502020204030203" pitchFamily="34" charset="0"/>
                <a:cs typeface="Lato" panose="020F0502020204030203" pitchFamily="34" charset="0"/>
              </a:rPr>
              <a:t>1.1. </a:t>
            </a:r>
            <a:r>
              <a:rPr lang="en-US" sz="2200" dirty="0" err="1">
                <a:latin typeface="Lato" panose="020F0502020204030203" pitchFamily="34" charset="0"/>
                <a:ea typeface="Lato" panose="020F0502020204030203" pitchFamily="34" charset="0"/>
                <a:cs typeface="Lato" panose="020F0502020204030203" pitchFamily="34" charset="0"/>
              </a:rPr>
              <a:t>Giới</a:t>
            </a:r>
            <a:r>
              <a:rPr lang="en-US" sz="2200" dirty="0">
                <a:latin typeface="Lato" panose="020F0502020204030203" pitchFamily="34" charset="0"/>
                <a:ea typeface="Lato" panose="020F0502020204030203" pitchFamily="34" charset="0"/>
                <a:cs typeface="Lato" panose="020F0502020204030203" pitchFamily="34" charset="0"/>
              </a:rPr>
              <a:t> </a:t>
            </a:r>
            <a:r>
              <a:rPr lang="en-US" sz="2200" dirty="0" err="1">
                <a:latin typeface="Lato" panose="020F0502020204030203" pitchFamily="34" charset="0"/>
                <a:ea typeface="Lato" panose="020F0502020204030203" pitchFamily="34" charset="0"/>
                <a:cs typeface="Lato" panose="020F0502020204030203" pitchFamily="34" charset="0"/>
              </a:rPr>
              <a:t>thiệu</a:t>
            </a:r>
            <a:endParaRPr lang="en-US" sz="22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4174628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EF053-5572-3387-2DC9-61D62BFE9E4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9EA330-264F-C59E-1CFB-6E86939249AA}"/>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216A32B3-4C2F-3158-15A2-56596748EE9C}"/>
              </a:ext>
            </a:extLst>
          </p:cNvPr>
          <p:cNvSpPr>
            <a:spLocks noGrp="1"/>
          </p:cNvSpPr>
          <p:nvPr>
            <p:ph type="title"/>
          </p:nvPr>
        </p:nvSpPr>
        <p:spPr/>
        <p:txBody>
          <a:bodyPr>
            <a:normAutofit fontScale="90000"/>
          </a:bodyPr>
          <a:lstStyle/>
          <a:p>
            <a:r>
              <a:rPr lang="vi-VN" dirty="0"/>
              <a:t>1. Đặt vấn đề</a:t>
            </a:r>
            <a:endParaRPr lang="en-US" dirty="0"/>
          </a:p>
        </p:txBody>
      </p:sp>
      <p:sp>
        <p:nvSpPr>
          <p:cNvPr id="8" name="TextBox 7">
            <a:extLst>
              <a:ext uri="{FF2B5EF4-FFF2-40B4-BE49-F238E27FC236}">
                <a16:creationId xmlns:a16="http://schemas.microsoft.com/office/drawing/2014/main" id="{4ABE4F5A-30C7-D623-83D0-FBC7F3CE1C46}"/>
              </a:ext>
            </a:extLst>
          </p:cNvPr>
          <p:cNvSpPr txBox="1"/>
          <p:nvPr/>
        </p:nvSpPr>
        <p:spPr>
          <a:xfrm>
            <a:off x="235078" y="4556067"/>
            <a:ext cx="8619458" cy="161582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err="1">
                <a:latin typeface="Lato" panose="020F0502020204030203" pitchFamily="34" charset="0"/>
                <a:ea typeface="Lato" panose="020F0502020204030203" pitchFamily="34" charset="0"/>
                <a:cs typeface="Lato" panose="020F0502020204030203" pitchFamily="34" charset="0"/>
              </a:rPr>
              <a:t>Mô</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hình</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hóa</a:t>
            </a:r>
            <a:r>
              <a:rPr lang="en-US" dirty="0">
                <a:latin typeface="Lato" panose="020F0502020204030203" pitchFamily="34" charset="0"/>
                <a:ea typeface="Lato" panose="020F0502020204030203" pitchFamily="34" charset="0"/>
                <a:cs typeface="Lato" panose="020F0502020204030203" pitchFamily="34" charset="0"/>
              </a:rPr>
              <a:t> 2D </a:t>
            </a:r>
            <a:r>
              <a:rPr lang="en-US" dirty="0" err="1">
                <a:latin typeface="Lato" panose="020F0502020204030203" pitchFamily="34" charset="0"/>
                <a:ea typeface="Lato" panose="020F0502020204030203" pitchFamily="34" charset="0"/>
                <a:cs typeface="Lato" panose="020F0502020204030203" pitchFamily="34" charset="0"/>
              </a:rPr>
              <a:t>mô</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hình</a:t>
            </a:r>
            <a:r>
              <a:rPr lang="en-US" dirty="0">
                <a:latin typeface="Lato" panose="020F0502020204030203" pitchFamily="34" charset="0"/>
                <a:ea typeface="Lato" panose="020F0502020204030203" pitchFamily="34" charset="0"/>
                <a:cs typeface="Lato" panose="020F0502020204030203" pitchFamily="34" charset="0"/>
              </a:rPr>
              <a:t> quadrotor </a:t>
            </a:r>
            <a:r>
              <a:rPr lang="en-US" dirty="0" err="1">
                <a:latin typeface="Lato" panose="020F0502020204030203" pitchFamily="34" charset="0"/>
                <a:ea typeface="Lato" panose="020F0502020204030203" pitchFamily="34" charset="0"/>
                <a:cs typeface="Lato" panose="020F0502020204030203" pitchFamily="34" charset="0"/>
              </a:rPr>
              <a:t>và</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tay</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gắp</a:t>
            </a:r>
            <a:endParaRPr lang="en-US" dirty="0">
              <a:latin typeface="Lato" panose="020F0502020204030203" pitchFamily="34" charset="0"/>
              <a:ea typeface="Lato" panose="020F0502020204030203" pitchFamily="34" charset="0"/>
              <a:cs typeface="Lato" panose="020F0502020204030203" pitchFamily="34" charset="0"/>
            </a:endParaRPr>
          </a:p>
          <a:p>
            <a:pPr marL="285750" indent="-285750">
              <a:lnSpc>
                <a:spcPct val="150000"/>
              </a:lnSpc>
              <a:buFont typeface="Arial" panose="020B0604020202020204" pitchFamily="34" charset="0"/>
              <a:buChar char="•"/>
            </a:pPr>
            <a:r>
              <a:rPr lang="en-US" dirty="0" err="1">
                <a:latin typeface="Lato" panose="020F0502020204030203" pitchFamily="34" charset="0"/>
                <a:ea typeface="Lato" panose="020F0502020204030203" pitchFamily="34" charset="0"/>
                <a:cs typeface="Lato" panose="020F0502020204030203" pitchFamily="34" charset="0"/>
              </a:rPr>
              <a:t>Tạo</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quỹ</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đạo</a:t>
            </a:r>
            <a:r>
              <a:rPr lang="en-US" dirty="0">
                <a:latin typeface="Lato" panose="020F0502020204030203" pitchFamily="34" charset="0"/>
                <a:ea typeface="Lato" panose="020F0502020204030203" pitchFamily="34" charset="0"/>
                <a:cs typeface="Lato" panose="020F0502020204030203" pitchFamily="34" charset="0"/>
              </a:rPr>
              <a:t> bay</a:t>
            </a:r>
          </a:p>
          <a:p>
            <a:pPr marL="285750" indent="-285750">
              <a:lnSpc>
                <a:spcPct val="150000"/>
              </a:lnSpc>
              <a:buFont typeface="Arial" panose="020B0604020202020204" pitchFamily="34" charset="0"/>
              <a:buChar char="•"/>
            </a:pPr>
            <a:r>
              <a:rPr lang="en-US" dirty="0" err="1">
                <a:latin typeface="Lato" panose="020F0502020204030203" pitchFamily="34" charset="0"/>
                <a:ea typeface="Lato" panose="020F0502020204030203" pitchFamily="34" charset="0"/>
                <a:cs typeface="Lato" panose="020F0502020204030203" pitchFamily="34" charset="0"/>
              </a:rPr>
              <a:t>Mô</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phỏng</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và</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thực</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hiện</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mục</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tiêu</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gắp</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vật</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thể</a:t>
            </a:r>
            <a:r>
              <a:rPr lang="en-US" dirty="0">
                <a:latin typeface="Lato" panose="020F0502020204030203" pitchFamily="34" charset="0"/>
                <a:ea typeface="Lato" panose="020F0502020204030203" pitchFamily="34" charset="0"/>
                <a:cs typeface="Lato" panose="020F0502020204030203" pitchFamily="34" charset="0"/>
              </a:rPr>
              <a:t> </a:t>
            </a:r>
          </a:p>
          <a:p>
            <a:endParaRPr lang="en-US" dirty="0">
              <a:latin typeface="Lato" panose="020F0502020204030203" pitchFamily="34" charset="0"/>
              <a:ea typeface="Lato" panose="020F0502020204030203" pitchFamily="34" charset="0"/>
              <a:cs typeface="Lato" panose="020F0502020204030203" pitchFamily="34" charset="0"/>
            </a:endParaRPr>
          </a:p>
        </p:txBody>
      </p:sp>
      <p:sp>
        <p:nvSpPr>
          <p:cNvPr id="13" name="TextBox 12">
            <a:extLst>
              <a:ext uri="{FF2B5EF4-FFF2-40B4-BE49-F238E27FC236}">
                <a16:creationId xmlns:a16="http://schemas.microsoft.com/office/drawing/2014/main" id="{12C9B746-BEF0-090D-7372-DC7DA3399897}"/>
              </a:ext>
            </a:extLst>
          </p:cNvPr>
          <p:cNvSpPr txBox="1"/>
          <p:nvPr/>
        </p:nvSpPr>
        <p:spPr>
          <a:xfrm>
            <a:off x="3094001" y="4099216"/>
            <a:ext cx="2985113" cy="338554"/>
          </a:xfrm>
          <a:prstGeom prst="rect">
            <a:avLst/>
          </a:prstGeom>
          <a:noFill/>
        </p:spPr>
        <p:txBody>
          <a:bodyPr wrap="none" rtlCol="0">
            <a:spAutoFit/>
          </a:bodyPr>
          <a:lstStyle/>
          <a:p>
            <a:r>
              <a:rPr lang="en-US" sz="1600" dirty="0" err="1">
                <a:latin typeface="Lato" panose="020F0502020204030203" pitchFamily="34" charset="0"/>
                <a:ea typeface="Lato" panose="020F0502020204030203" pitchFamily="34" charset="0"/>
                <a:cs typeface="Lato" panose="020F0502020204030203" pitchFamily="34" charset="0"/>
              </a:rPr>
              <a:t>Mô</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hình</a:t>
            </a:r>
            <a:r>
              <a:rPr lang="en-US" sz="1600" dirty="0">
                <a:latin typeface="Lato" panose="020F0502020204030203" pitchFamily="34" charset="0"/>
                <a:ea typeface="Lato" panose="020F0502020204030203" pitchFamily="34" charset="0"/>
                <a:cs typeface="Lato" panose="020F0502020204030203" pitchFamily="34" charset="0"/>
              </a:rPr>
              <a:t> quadrotor </a:t>
            </a:r>
            <a:r>
              <a:rPr lang="en-US" sz="1600" dirty="0" err="1">
                <a:latin typeface="Lato" panose="020F0502020204030203" pitchFamily="34" charset="0"/>
                <a:ea typeface="Lato" panose="020F0502020204030203" pitchFamily="34" charset="0"/>
                <a:cs typeface="Lato" panose="020F0502020204030203" pitchFamily="34" charset="0"/>
              </a:rPr>
              <a:t>gắn</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tay</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gắp</a:t>
            </a:r>
            <a:endParaRPr lang="vi-VN" sz="1600" dirty="0">
              <a:latin typeface="Lato" panose="020F0502020204030203" pitchFamily="34" charset="0"/>
              <a:ea typeface="Lato" panose="020F0502020204030203" pitchFamily="34" charset="0"/>
              <a:cs typeface="Lato" panose="020F0502020204030203" pitchFamily="34" charset="0"/>
            </a:endParaRPr>
          </a:p>
        </p:txBody>
      </p:sp>
      <p:pic>
        <p:nvPicPr>
          <p:cNvPr id="4" name="Picture 3" descr="A diagram of a plane&#10;&#10;AI-generated content may be incorrect.">
            <a:extLst>
              <a:ext uri="{FF2B5EF4-FFF2-40B4-BE49-F238E27FC236}">
                <a16:creationId xmlns:a16="http://schemas.microsoft.com/office/drawing/2014/main" id="{C43405EB-2B0A-1160-123D-FE621A182A6A}"/>
              </a:ext>
            </a:extLst>
          </p:cNvPr>
          <p:cNvPicPr>
            <a:picLocks noChangeAspect="1"/>
          </p:cNvPicPr>
          <p:nvPr/>
        </p:nvPicPr>
        <p:blipFill>
          <a:blip r:embed="rId3">
            <a:extLst>
              <a:ext uri="{28A0092B-C50C-407E-A947-70E740481C1C}">
                <a14:useLocalDpi xmlns:a14="http://schemas.microsoft.com/office/drawing/2010/main" val="0"/>
              </a:ext>
            </a:extLst>
          </a:blip>
          <a:srcRect b="8722"/>
          <a:stretch>
            <a:fillRect/>
          </a:stretch>
        </p:blipFill>
        <p:spPr>
          <a:xfrm>
            <a:off x="4586557" y="1321258"/>
            <a:ext cx="4352783" cy="2714091"/>
          </a:xfrm>
          <a:prstGeom prst="rect">
            <a:avLst/>
          </a:prstGeom>
        </p:spPr>
      </p:pic>
      <p:pic>
        <p:nvPicPr>
          <p:cNvPr id="6" name="Picture 5">
            <a:extLst>
              <a:ext uri="{FF2B5EF4-FFF2-40B4-BE49-F238E27FC236}">
                <a16:creationId xmlns:a16="http://schemas.microsoft.com/office/drawing/2014/main" id="{6BEAF61D-8473-C885-8A21-2861104AA6D2}"/>
              </a:ext>
            </a:extLst>
          </p:cNvPr>
          <p:cNvPicPr>
            <a:picLocks noChangeAspect="1"/>
          </p:cNvPicPr>
          <p:nvPr/>
        </p:nvPicPr>
        <p:blipFill>
          <a:blip r:embed="rId4">
            <a:extLst>
              <a:ext uri="{28A0092B-C50C-407E-A947-70E740481C1C}">
                <a14:useLocalDpi xmlns:a14="http://schemas.microsoft.com/office/drawing/2010/main" val="0"/>
              </a:ext>
            </a:extLst>
          </a:blip>
          <a:srcRect t="13960" r="33005" b="15283"/>
          <a:stretch>
            <a:fillRect/>
          </a:stretch>
        </p:blipFill>
        <p:spPr>
          <a:xfrm>
            <a:off x="707924" y="1594176"/>
            <a:ext cx="3552430" cy="2426715"/>
          </a:xfrm>
          <a:prstGeom prst="rect">
            <a:avLst/>
          </a:prstGeom>
        </p:spPr>
      </p:pic>
      <p:sp>
        <p:nvSpPr>
          <p:cNvPr id="7" name="TextBox 6">
            <a:extLst>
              <a:ext uri="{FF2B5EF4-FFF2-40B4-BE49-F238E27FC236}">
                <a16:creationId xmlns:a16="http://schemas.microsoft.com/office/drawing/2014/main" id="{FB5B0A30-34FC-AF0C-A597-4726987B268E}"/>
              </a:ext>
            </a:extLst>
          </p:cNvPr>
          <p:cNvSpPr txBox="1"/>
          <p:nvPr/>
        </p:nvSpPr>
        <p:spPr>
          <a:xfrm>
            <a:off x="4572000" y="6507919"/>
            <a:ext cx="4621161" cy="215444"/>
          </a:xfrm>
          <a:prstGeom prst="rect">
            <a:avLst/>
          </a:prstGeom>
          <a:noFill/>
        </p:spPr>
        <p:txBody>
          <a:bodyPr wrap="square" rtlCol="0">
            <a:spAutoFit/>
          </a:bodyPr>
          <a:lstStyle/>
          <a:p>
            <a:r>
              <a:rPr lang="en-US" sz="800" dirty="0" err="1"/>
              <a:t>Nguồn</a:t>
            </a:r>
            <a:r>
              <a:rPr lang="en-US" sz="800" dirty="0"/>
              <a:t> </a:t>
            </a:r>
            <a:r>
              <a:rPr lang="en-US" sz="800" dirty="0" err="1"/>
              <a:t>hình</a:t>
            </a:r>
            <a:r>
              <a:rPr lang="en-US" sz="800" dirty="0"/>
              <a:t> </a:t>
            </a:r>
            <a:r>
              <a:rPr lang="en-US" sz="800" dirty="0" err="1"/>
              <a:t>ảnh</a:t>
            </a:r>
            <a:r>
              <a:rPr lang="en-US" sz="800" dirty="0"/>
              <a:t> : https://hybrid-robotics.berkeley.edu/publications/IDETC2013.pdf</a:t>
            </a:r>
          </a:p>
        </p:txBody>
      </p:sp>
      <p:sp>
        <p:nvSpPr>
          <p:cNvPr id="12" name="TextBox 11">
            <a:extLst>
              <a:ext uri="{FF2B5EF4-FFF2-40B4-BE49-F238E27FC236}">
                <a16:creationId xmlns:a16="http://schemas.microsoft.com/office/drawing/2014/main" id="{6E00074D-23E7-3C58-A56F-9494B7E8B17A}"/>
              </a:ext>
            </a:extLst>
          </p:cNvPr>
          <p:cNvSpPr txBox="1"/>
          <p:nvPr/>
        </p:nvSpPr>
        <p:spPr>
          <a:xfrm>
            <a:off x="235077" y="966573"/>
            <a:ext cx="2507226" cy="430887"/>
          </a:xfrm>
          <a:prstGeom prst="rect">
            <a:avLst/>
          </a:prstGeom>
          <a:noFill/>
        </p:spPr>
        <p:txBody>
          <a:bodyPr wrap="square" rtlCol="0">
            <a:spAutoFit/>
          </a:bodyPr>
          <a:lstStyle/>
          <a:p>
            <a:r>
              <a:rPr lang="en-US" sz="2200" dirty="0">
                <a:latin typeface="Lato" panose="020F0502020204030203" pitchFamily="34" charset="0"/>
                <a:ea typeface="Lato" panose="020F0502020204030203" pitchFamily="34" charset="0"/>
                <a:cs typeface="Lato" panose="020F0502020204030203" pitchFamily="34" charset="0"/>
              </a:rPr>
              <a:t>1.2. </a:t>
            </a:r>
            <a:r>
              <a:rPr lang="en-US" sz="2200" dirty="0" err="1">
                <a:latin typeface="Lato" panose="020F0502020204030203" pitchFamily="34" charset="0"/>
                <a:ea typeface="Lato" panose="020F0502020204030203" pitchFamily="34" charset="0"/>
                <a:cs typeface="Lato" panose="020F0502020204030203" pitchFamily="34" charset="0"/>
              </a:rPr>
              <a:t>Mục</a:t>
            </a:r>
            <a:r>
              <a:rPr lang="en-US" sz="2200" dirty="0">
                <a:latin typeface="Lato" panose="020F0502020204030203" pitchFamily="34" charset="0"/>
                <a:ea typeface="Lato" panose="020F0502020204030203" pitchFamily="34" charset="0"/>
                <a:cs typeface="Lato" panose="020F0502020204030203" pitchFamily="34" charset="0"/>
              </a:rPr>
              <a:t> </a:t>
            </a:r>
            <a:r>
              <a:rPr lang="en-US" sz="2200" dirty="0" err="1">
                <a:latin typeface="Lato" panose="020F0502020204030203" pitchFamily="34" charset="0"/>
                <a:ea typeface="Lato" panose="020F0502020204030203" pitchFamily="34" charset="0"/>
                <a:cs typeface="Lato" panose="020F0502020204030203" pitchFamily="34" charset="0"/>
              </a:rPr>
              <a:t>tiêu</a:t>
            </a:r>
            <a:endParaRPr lang="en-US" sz="22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23919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2BCA-A953-E4E8-9DF4-8067541650B1}"/>
              </a:ext>
            </a:extLst>
          </p:cNvPr>
          <p:cNvSpPr>
            <a:spLocks noGrp="1"/>
          </p:cNvSpPr>
          <p:nvPr>
            <p:ph type="title"/>
          </p:nvPr>
        </p:nvSpPr>
        <p:spPr/>
        <p:txBody>
          <a:bodyPr>
            <a:normAutofit fontScale="90000"/>
          </a:bodyPr>
          <a:lstStyle/>
          <a:p>
            <a:r>
              <a:rPr lang="vi-VN" dirty="0"/>
              <a:t>2. Phương pháp nghiên cứu</a:t>
            </a:r>
            <a:endParaRPr lang="en-US" dirty="0"/>
          </a:p>
        </p:txBody>
      </p:sp>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21" name="TextBox 20">
            <a:extLst>
              <a:ext uri="{FF2B5EF4-FFF2-40B4-BE49-F238E27FC236}">
                <a16:creationId xmlns:a16="http://schemas.microsoft.com/office/drawing/2014/main" id="{9E2F8EAE-DC61-F6E7-4CDD-7866AC8A892D}"/>
              </a:ext>
            </a:extLst>
          </p:cNvPr>
          <p:cNvSpPr txBox="1"/>
          <p:nvPr/>
        </p:nvSpPr>
        <p:spPr>
          <a:xfrm>
            <a:off x="235077" y="849470"/>
            <a:ext cx="4572000" cy="430887"/>
          </a:xfrm>
          <a:prstGeom prst="rect">
            <a:avLst/>
          </a:prstGeom>
          <a:noFill/>
        </p:spPr>
        <p:txBody>
          <a:bodyPr wrap="square">
            <a:spAutoFit/>
          </a:bodyPr>
          <a:lstStyle/>
          <a:p>
            <a:r>
              <a:rPr lang="vi-VN" sz="2200" dirty="0">
                <a:latin typeface="Lato "/>
              </a:rPr>
              <a:t>2.1. </a:t>
            </a:r>
            <a:r>
              <a:rPr lang="en-US" sz="2200" dirty="0" err="1">
                <a:latin typeface="Lato "/>
              </a:rPr>
              <a:t>Tổng</a:t>
            </a:r>
            <a:r>
              <a:rPr lang="en-US" sz="2200" dirty="0">
                <a:latin typeface="Lato "/>
              </a:rPr>
              <a:t> </a:t>
            </a:r>
            <a:r>
              <a:rPr lang="en-US" sz="2200" dirty="0" err="1">
                <a:latin typeface="Lato "/>
              </a:rPr>
              <a:t>quan</a:t>
            </a:r>
            <a:r>
              <a:rPr lang="en-US" sz="2200" dirty="0">
                <a:latin typeface="Lato "/>
              </a:rPr>
              <a:t> </a:t>
            </a:r>
            <a:r>
              <a:rPr lang="en-US" sz="2200" dirty="0" err="1">
                <a:latin typeface="Lato "/>
              </a:rPr>
              <a:t>phương</a:t>
            </a:r>
            <a:r>
              <a:rPr lang="en-US" sz="2200" dirty="0">
                <a:latin typeface="Lato "/>
              </a:rPr>
              <a:t> </a:t>
            </a:r>
            <a:r>
              <a:rPr lang="en-US" sz="2200" dirty="0" err="1">
                <a:latin typeface="Lato "/>
              </a:rPr>
              <a:t>pháp</a:t>
            </a:r>
            <a:endParaRPr lang="vi-VN" sz="2200" dirty="0">
              <a:latin typeface="Lato "/>
              <a:ea typeface="Times New Roman" panose="02020603050405020304" pitchFamily="18" charset="0"/>
            </a:endParaRPr>
          </a:p>
        </p:txBody>
      </p:sp>
      <p:sp>
        <p:nvSpPr>
          <p:cNvPr id="22" name="Title 1">
            <a:extLst>
              <a:ext uri="{FF2B5EF4-FFF2-40B4-BE49-F238E27FC236}">
                <a16:creationId xmlns:a16="http://schemas.microsoft.com/office/drawing/2014/main" id="{B6D7564E-2944-0CDF-FD3E-4C3EC297D714}"/>
              </a:ext>
            </a:extLst>
          </p:cNvPr>
          <p:cNvSpPr txBox="1">
            <a:spLocks/>
          </p:cNvSpPr>
          <p:nvPr/>
        </p:nvSpPr>
        <p:spPr bwMode="auto">
          <a:xfrm>
            <a:off x="235077" y="1543567"/>
            <a:ext cx="8414177" cy="1714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a:solidFill>
                  <a:schemeClr val="tx1"/>
                </a:solidFill>
                <a:latin typeface="+mj-lt"/>
                <a:ea typeface="+mj-ea"/>
                <a:cs typeface="+mj-cs"/>
              </a:defRPr>
            </a:lvl1pPr>
            <a:lvl2pPr algn="l" rtl="0" eaLnBrk="1" fontAlgn="base" hangingPunct="1">
              <a:spcBef>
                <a:spcPct val="0"/>
              </a:spcBef>
              <a:spcAft>
                <a:spcPct val="0"/>
              </a:spcAft>
              <a:defRPr sz="4400">
                <a:solidFill>
                  <a:schemeClr val="tx1"/>
                </a:solidFill>
                <a:latin typeface="Microsoft Sans Serif" pitchFamily="34" charset="0"/>
              </a:defRPr>
            </a:lvl2pPr>
            <a:lvl3pPr algn="l" rtl="0" eaLnBrk="1" fontAlgn="base" hangingPunct="1">
              <a:spcBef>
                <a:spcPct val="0"/>
              </a:spcBef>
              <a:spcAft>
                <a:spcPct val="0"/>
              </a:spcAft>
              <a:defRPr sz="4400">
                <a:solidFill>
                  <a:schemeClr val="tx1"/>
                </a:solidFill>
                <a:latin typeface="Microsoft Sans Serif" pitchFamily="34" charset="0"/>
              </a:defRPr>
            </a:lvl3pPr>
            <a:lvl4pPr algn="l" rtl="0" eaLnBrk="1" fontAlgn="base" hangingPunct="1">
              <a:spcBef>
                <a:spcPct val="0"/>
              </a:spcBef>
              <a:spcAft>
                <a:spcPct val="0"/>
              </a:spcAft>
              <a:defRPr sz="4400">
                <a:solidFill>
                  <a:schemeClr val="tx1"/>
                </a:solidFill>
                <a:latin typeface="Microsoft Sans Serif" pitchFamily="34" charset="0"/>
              </a:defRPr>
            </a:lvl4pPr>
            <a:lvl5pPr algn="l" rtl="0" eaLnBrk="1" fontAlgn="base" hangingPunct="1">
              <a:spcBef>
                <a:spcPct val="0"/>
              </a:spcBef>
              <a:spcAft>
                <a:spcPct val="0"/>
              </a:spcAft>
              <a:defRPr sz="4400">
                <a:solidFill>
                  <a:schemeClr val="tx1"/>
                </a:solidFill>
                <a:latin typeface="Microsoft Sans Serif" pitchFamily="34" charset="0"/>
              </a:defRPr>
            </a:lvl5pPr>
            <a:lvl6pPr marL="457200" algn="l" rtl="0" eaLnBrk="1" fontAlgn="base" hangingPunct="1">
              <a:spcBef>
                <a:spcPct val="0"/>
              </a:spcBef>
              <a:spcAft>
                <a:spcPct val="0"/>
              </a:spcAft>
              <a:defRPr sz="4400">
                <a:solidFill>
                  <a:schemeClr val="tx1"/>
                </a:solidFill>
                <a:latin typeface="Microsoft Sans Serif" pitchFamily="34" charset="0"/>
              </a:defRPr>
            </a:lvl6pPr>
            <a:lvl7pPr marL="914400" algn="l" rtl="0" eaLnBrk="1" fontAlgn="base" hangingPunct="1">
              <a:spcBef>
                <a:spcPct val="0"/>
              </a:spcBef>
              <a:spcAft>
                <a:spcPct val="0"/>
              </a:spcAft>
              <a:defRPr sz="4400">
                <a:solidFill>
                  <a:schemeClr val="tx1"/>
                </a:solidFill>
                <a:latin typeface="Microsoft Sans Serif" pitchFamily="34" charset="0"/>
              </a:defRPr>
            </a:lvl7pPr>
            <a:lvl8pPr marL="1371600" algn="l" rtl="0" eaLnBrk="1" fontAlgn="base" hangingPunct="1">
              <a:spcBef>
                <a:spcPct val="0"/>
              </a:spcBef>
              <a:spcAft>
                <a:spcPct val="0"/>
              </a:spcAft>
              <a:defRPr sz="4400">
                <a:solidFill>
                  <a:schemeClr val="tx1"/>
                </a:solidFill>
                <a:latin typeface="Microsoft Sans Serif" pitchFamily="34" charset="0"/>
              </a:defRPr>
            </a:lvl8pPr>
            <a:lvl9pPr marL="1828800" algn="l" rtl="0" eaLnBrk="1" fontAlgn="base" hangingPunct="1">
              <a:spcBef>
                <a:spcPct val="0"/>
              </a:spcBef>
              <a:spcAft>
                <a:spcPct val="0"/>
              </a:spcAft>
              <a:defRPr sz="4400">
                <a:solidFill>
                  <a:schemeClr val="tx1"/>
                </a:solidFill>
                <a:latin typeface="Microsoft Sans Serif" pitchFamily="34" charset="0"/>
              </a:defRPr>
            </a:lvl9pPr>
          </a:lstStyle>
          <a:p>
            <a:pPr marL="285750" indent="-285750">
              <a:lnSpc>
                <a:spcPct val="150000"/>
              </a:lnSpc>
              <a:buFont typeface="Arial" panose="020B0604020202020204" pitchFamily="34" charset="0"/>
              <a:buChar char="•"/>
            </a:pPr>
            <a:r>
              <a:rPr lang="vi-VN" sz="1800" dirty="0">
                <a:latin typeface="Lato" panose="020F0502020204030203" pitchFamily="34" charset="0"/>
                <a:ea typeface="Lato" panose="020F0502020204030203" pitchFamily="34" charset="0"/>
                <a:cs typeface="Lato" panose="020F0502020204030203" pitchFamily="34" charset="0"/>
              </a:rPr>
              <a:t>Quy trình </a:t>
            </a:r>
            <a:r>
              <a:rPr lang="en-US" sz="1800" dirty="0" err="1">
                <a:latin typeface="Lato" panose="020F0502020204030203" pitchFamily="34" charset="0"/>
                <a:ea typeface="Lato" panose="020F0502020204030203" pitchFamily="34" charset="0"/>
                <a:cs typeface="Lato" panose="020F0502020204030203" pitchFamily="34" charset="0"/>
              </a:rPr>
              <a:t>gồm</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các</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bước</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từ</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mô</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hình</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hóa</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đến</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mô</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phỏng</a:t>
            </a:r>
            <a:endParaRPr lang="en-US" sz="1800" dirty="0">
              <a:latin typeface="Lato" panose="020F0502020204030203" pitchFamily="34" charset="0"/>
              <a:ea typeface="Lato" panose="020F0502020204030203" pitchFamily="34" charset="0"/>
              <a:cs typeface="Lato" panose="020F0502020204030203" pitchFamily="34" charset="0"/>
            </a:endParaRPr>
          </a:p>
          <a:p>
            <a:pPr marL="285750" indent="-285750">
              <a:lnSpc>
                <a:spcPct val="150000"/>
              </a:lnSpc>
              <a:buFont typeface="Arial" panose="020B0604020202020204" pitchFamily="34" charset="0"/>
              <a:buChar char="•"/>
            </a:pPr>
            <a:r>
              <a:rPr lang="vi-VN" sz="1800" dirty="0">
                <a:latin typeface="Lato" panose="020F0502020204030203" pitchFamily="34" charset="0"/>
                <a:ea typeface="Lato" panose="020F0502020204030203" pitchFamily="34" charset="0"/>
                <a:cs typeface="Lato" panose="020F0502020204030203" pitchFamily="34" charset="0"/>
              </a:rPr>
              <a:t>Ứng dụng QP trong Thiết kế quỹ đạo để tạo đầu vào tối ưu cho vòng điều khiển.</a:t>
            </a:r>
            <a:r>
              <a:rPr lang="en-US" sz="1800" dirty="0">
                <a:latin typeface="Lato" panose="020F0502020204030203" pitchFamily="34" charset="0"/>
                <a:ea typeface="Lato" panose="020F0502020204030203" pitchFamily="34" charset="0"/>
                <a:cs typeface="Lato" panose="020F0502020204030203" pitchFamily="34" charset="0"/>
              </a:rPr>
              <a:t>													</a:t>
            </a:r>
          </a:p>
          <a:p>
            <a:r>
              <a:rPr lang="en-US" sz="1800" dirty="0">
                <a:latin typeface="Lato" panose="020F0502020204030203" pitchFamily="34" charset="0"/>
                <a:ea typeface="Lato" panose="020F0502020204030203" pitchFamily="34" charset="0"/>
                <a:cs typeface="Lato" panose="020F0502020204030203" pitchFamily="34" charset="0"/>
              </a:rPr>
              <a:t>														</a:t>
            </a:r>
          </a:p>
          <a:p>
            <a:endParaRPr lang="en-US" sz="1800" dirty="0">
              <a:latin typeface="Lato" panose="020F0502020204030203" pitchFamily="34" charset="0"/>
              <a:ea typeface="Lato" panose="020F0502020204030203" pitchFamily="34" charset="0"/>
              <a:cs typeface="Lato" panose="020F0502020204030203" pitchFamily="34" charset="0"/>
            </a:endParaRPr>
          </a:p>
        </p:txBody>
      </p:sp>
      <p:pic>
        <p:nvPicPr>
          <p:cNvPr id="27" name="Picture 26">
            <a:extLst>
              <a:ext uri="{FF2B5EF4-FFF2-40B4-BE49-F238E27FC236}">
                <a16:creationId xmlns:a16="http://schemas.microsoft.com/office/drawing/2014/main" id="{3FB99444-55E1-3173-E5EC-6C1148F95783}"/>
              </a:ext>
            </a:extLst>
          </p:cNvPr>
          <p:cNvPicPr>
            <a:picLocks noChangeAspect="1"/>
          </p:cNvPicPr>
          <p:nvPr/>
        </p:nvPicPr>
        <p:blipFill>
          <a:blip r:embed="rId3"/>
          <a:stretch>
            <a:fillRect/>
          </a:stretch>
        </p:blipFill>
        <p:spPr>
          <a:xfrm>
            <a:off x="235077" y="3258015"/>
            <a:ext cx="8673846" cy="2492317"/>
          </a:xfrm>
          <a:prstGeom prst="rect">
            <a:avLst/>
          </a:prstGeom>
        </p:spPr>
      </p:pic>
      <p:sp>
        <p:nvSpPr>
          <p:cNvPr id="3" name="TextBox 2">
            <a:extLst>
              <a:ext uri="{FF2B5EF4-FFF2-40B4-BE49-F238E27FC236}">
                <a16:creationId xmlns:a16="http://schemas.microsoft.com/office/drawing/2014/main" id="{E0E253BA-2CA3-82E9-CAD5-7AB66E7EFDB9}"/>
              </a:ext>
            </a:extLst>
          </p:cNvPr>
          <p:cNvSpPr txBox="1"/>
          <p:nvPr/>
        </p:nvSpPr>
        <p:spPr>
          <a:xfrm>
            <a:off x="3700445" y="5823864"/>
            <a:ext cx="2213264" cy="369332"/>
          </a:xfrm>
          <a:prstGeom prst="rect">
            <a:avLst/>
          </a:prstGeom>
          <a:noFill/>
        </p:spPr>
        <p:txBody>
          <a:bodyPr wrap="square" rtlCol="0">
            <a:spAutoFit/>
          </a:bodyPr>
          <a:lstStyle/>
          <a:p>
            <a:r>
              <a:rPr lang="en-US" dirty="0">
                <a:latin typeface="Lato "/>
              </a:rPr>
              <a:t>Quy </a:t>
            </a:r>
            <a:r>
              <a:rPr lang="en-US" dirty="0" err="1">
                <a:latin typeface="Lato "/>
              </a:rPr>
              <a:t>trình</a:t>
            </a:r>
            <a:r>
              <a:rPr lang="en-US" dirty="0">
                <a:latin typeface="Lato "/>
              </a:rPr>
              <a:t> </a:t>
            </a:r>
            <a:r>
              <a:rPr lang="en-US" dirty="0" err="1">
                <a:latin typeface="Lato "/>
              </a:rPr>
              <a:t>thực</a:t>
            </a:r>
            <a:r>
              <a:rPr lang="en-US" dirty="0">
                <a:latin typeface="Lato "/>
              </a:rPr>
              <a:t> </a:t>
            </a:r>
            <a:r>
              <a:rPr lang="en-US" dirty="0" err="1">
                <a:latin typeface="Lato "/>
              </a:rPr>
              <a:t>hiện</a:t>
            </a:r>
            <a:endParaRPr lang="en-US" dirty="0">
              <a:latin typeface="Lato "/>
            </a:endParaRPr>
          </a:p>
        </p:txBody>
      </p:sp>
    </p:spTree>
    <p:extLst>
      <p:ext uri="{BB962C8B-B14F-4D97-AF65-F5344CB8AC3E}">
        <p14:creationId xmlns:p14="http://schemas.microsoft.com/office/powerpoint/2010/main" val="2581069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2BCA-A953-E4E8-9DF4-8067541650B1}"/>
              </a:ext>
            </a:extLst>
          </p:cNvPr>
          <p:cNvSpPr>
            <a:spLocks noGrp="1"/>
          </p:cNvSpPr>
          <p:nvPr>
            <p:ph type="title"/>
          </p:nvPr>
        </p:nvSpPr>
        <p:spPr/>
        <p:txBody>
          <a:bodyPr>
            <a:normAutofit fontScale="90000"/>
          </a:bodyPr>
          <a:lstStyle/>
          <a:p>
            <a:r>
              <a:rPr lang="vi-VN" dirty="0"/>
              <a:t>2. Phương pháp nghiên cứu</a:t>
            </a:r>
            <a:endParaRPr lang="en-US" dirty="0"/>
          </a:p>
        </p:txBody>
      </p:sp>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4" name="TextBox 3">
            <a:extLst>
              <a:ext uri="{FF2B5EF4-FFF2-40B4-BE49-F238E27FC236}">
                <a16:creationId xmlns:a16="http://schemas.microsoft.com/office/drawing/2014/main" id="{7870474A-09C8-73E6-F314-86F3EE473CA8}"/>
              </a:ext>
            </a:extLst>
          </p:cNvPr>
          <p:cNvSpPr txBox="1"/>
          <p:nvPr/>
        </p:nvSpPr>
        <p:spPr>
          <a:xfrm>
            <a:off x="235077" y="849470"/>
            <a:ext cx="4572000" cy="430887"/>
          </a:xfrm>
          <a:prstGeom prst="rect">
            <a:avLst/>
          </a:prstGeom>
          <a:noFill/>
        </p:spPr>
        <p:txBody>
          <a:bodyPr wrap="square">
            <a:spAutoFit/>
          </a:bodyPr>
          <a:lstStyle/>
          <a:p>
            <a:r>
              <a:rPr lang="vi-VN" sz="2200" dirty="0">
                <a:latin typeface="Lato "/>
              </a:rPr>
              <a:t>2.</a:t>
            </a:r>
            <a:r>
              <a:rPr lang="en-US" sz="2200" dirty="0">
                <a:latin typeface="Lato "/>
              </a:rPr>
              <a:t>2</a:t>
            </a:r>
            <a:r>
              <a:rPr lang="vi-VN" sz="2200" dirty="0">
                <a:latin typeface="Lato "/>
              </a:rPr>
              <a:t>. Mô hình hóa</a:t>
            </a:r>
            <a:endParaRPr lang="vi-VN" sz="2200" dirty="0">
              <a:latin typeface="Lato "/>
              <a:ea typeface="Times New Roman" panose="02020603050405020304" pitchFamily="18" charset="0"/>
            </a:endParaRPr>
          </a:p>
        </p:txBody>
      </p:sp>
      <p:pic>
        <p:nvPicPr>
          <p:cNvPr id="6" name="Picture 5" descr="A diagram of a plane&#10;&#10;AI-generated content may be incorrect.">
            <a:extLst>
              <a:ext uri="{FF2B5EF4-FFF2-40B4-BE49-F238E27FC236}">
                <a16:creationId xmlns:a16="http://schemas.microsoft.com/office/drawing/2014/main" id="{7BCCE727-FDD4-7C4C-3293-380A47F807F2}"/>
              </a:ext>
            </a:extLst>
          </p:cNvPr>
          <p:cNvPicPr>
            <a:picLocks noChangeAspect="1"/>
          </p:cNvPicPr>
          <p:nvPr/>
        </p:nvPicPr>
        <p:blipFill>
          <a:blip r:embed="rId3">
            <a:extLst>
              <a:ext uri="{28A0092B-C50C-407E-A947-70E740481C1C}">
                <a14:useLocalDpi xmlns:a14="http://schemas.microsoft.com/office/drawing/2010/main" val="0"/>
              </a:ext>
            </a:extLst>
          </a:blip>
          <a:srcRect l="2904" t="6460" r="6316" b="11833"/>
          <a:stretch>
            <a:fillRect/>
          </a:stretch>
        </p:blipFill>
        <p:spPr>
          <a:xfrm>
            <a:off x="4982112" y="2191251"/>
            <a:ext cx="3955315" cy="2431954"/>
          </a:xfrm>
          <a:prstGeom prst="rect">
            <a:avLst/>
          </a:prstGeom>
        </p:spPr>
      </p:pic>
      <p:sp>
        <p:nvSpPr>
          <p:cNvPr id="7" name="TextBox 6">
            <a:extLst>
              <a:ext uri="{FF2B5EF4-FFF2-40B4-BE49-F238E27FC236}">
                <a16:creationId xmlns:a16="http://schemas.microsoft.com/office/drawing/2014/main" id="{35A43654-745C-11D0-6EF2-64E83FC08ABE}"/>
              </a:ext>
            </a:extLst>
          </p:cNvPr>
          <p:cNvSpPr txBox="1"/>
          <p:nvPr/>
        </p:nvSpPr>
        <p:spPr>
          <a:xfrm flipH="1">
            <a:off x="234950" y="1258882"/>
            <a:ext cx="5094133" cy="4247317"/>
          </a:xfrm>
          <a:prstGeom prst="rect">
            <a:avLst/>
          </a:prstGeom>
          <a:noFill/>
        </p:spPr>
        <p:txBody>
          <a:bodyPr wrap="square" rtlCol="0">
            <a:spAutoFit/>
          </a:bodyPr>
          <a:lstStyle/>
          <a:p>
            <a:endParaRPr lang="en-US" dirty="0">
              <a:latin typeface="Lato "/>
            </a:endParaRPr>
          </a:p>
          <a:p>
            <a:r>
              <a:rPr lang="en-US" dirty="0" err="1">
                <a:latin typeface="Lato "/>
              </a:rPr>
              <a:t>Động</a:t>
            </a:r>
            <a:r>
              <a:rPr lang="en-US" dirty="0">
                <a:latin typeface="Lato "/>
              </a:rPr>
              <a:t> </a:t>
            </a:r>
            <a:r>
              <a:rPr lang="en-US" dirty="0" err="1">
                <a:latin typeface="Lato "/>
              </a:rPr>
              <a:t>năng</a:t>
            </a:r>
            <a:r>
              <a:rPr lang="en-US" dirty="0">
                <a:latin typeface="Lato "/>
              </a:rPr>
              <a:t> : 	</a:t>
            </a:r>
          </a:p>
          <a:p>
            <a:endParaRPr lang="en-US" dirty="0">
              <a:latin typeface="Lato "/>
            </a:endParaRPr>
          </a:p>
          <a:p>
            <a:endParaRPr lang="en-US" dirty="0">
              <a:latin typeface="Lato "/>
            </a:endParaRPr>
          </a:p>
          <a:p>
            <a:r>
              <a:rPr lang="en-US" dirty="0">
                <a:latin typeface="Lato "/>
              </a:rPr>
              <a:t>									   (1)					</a:t>
            </a:r>
          </a:p>
          <a:p>
            <a:r>
              <a:rPr lang="en-US" dirty="0" err="1">
                <a:latin typeface="Lato "/>
              </a:rPr>
              <a:t>Thế</a:t>
            </a:r>
            <a:r>
              <a:rPr lang="en-US" dirty="0">
                <a:latin typeface="Lato "/>
              </a:rPr>
              <a:t> </a:t>
            </a:r>
            <a:r>
              <a:rPr lang="en-US" dirty="0" err="1">
                <a:latin typeface="Lato "/>
              </a:rPr>
              <a:t>năng</a:t>
            </a:r>
            <a:r>
              <a:rPr lang="en-US" dirty="0">
                <a:latin typeface="Lato "/>
              </a:rPr>
              <a:t> : </a:t>
            </a:r>
          </a:p>
          <a:p>
            <a:endParaRPr lang="en-US" dirty="0">
              <a:latin typeface="Lato "/>
            </a:endParaRPr>
          </a:p>
          <a:p>
            <a:r>
              <a:rPr lang="en-US" dirty="0">
                <a:latin typeface="Lato "/>
              </a:rPr>
              <a:t>									   (2)</a:t>
            </a:r>
          </a:p>
          <a:p>
            <a:r>
              <a:rPr lang="en-US" dirty="0" err="1">
                <a:latin typeface="Lato "/>
              </a:rPr>
              <a:t>Hàm</a:t>
            </a:r>
            <a:r>
              <a:rPr lang="en-US" dirty="0">
                <a:latin typeface="Lato "/>
              </a:rPr>
              <a:t> Lagrange :</a:t>
            </a:r>
          </a:p>
          <a:p>
            <a:r>
              <a:rPr lang="en-US" dirty="0">
                <a:latin typeface="Lato "/>
              </a:rPr>
              <a:t>									</a:t>
            </a:r>
          </a:p>
          <a:p>
            <a:r>
              <a:rPr lang="en-US" dirty="0">
                <a:latin typeface="Lato "/>
              </a:rPr>
              <a:t>									   (3)</a:t>
            </a:r>
          </a:p>
          <a:p>
            <a:r>
              <a:rPr lang="en-US" dirty="0">
                <a:latin typeface="Lato "/>
              </a:rPr>
              <a:t>Phương </a:t>
            </a:r>
            <a:r>
              <a:rPr lang="en-US" dirty="0" err="1">
                <a:latin typeface="Lato "/>
              </a:rPr>
              <a:t>trình</a:t>
            </a:r>
            <a:r>
              <a:rPr lang="en-US" dirty="0">
                <a:latin typeface="Lato "/>
              </a:rPr>
              <a:t> Lagrange :</a:t>
            </a:r>
          </a:p>
          <a:p>
            <a:endParaRPr lang="en-US" dirty="0">
              <a:latin typeface="Lato "/>
            </a:endParaRPr>
          </a:p>
          <a:p>
            <a:r>
              <a:rPr lang="en-US" dirty="0">
                <a:latin typeface="Lato "/>
              </a:rPr>
              <a:t>									   (4)</a:t>
            </a:r>
          </a:p>
        </p:txBody>
      </p:sp>
      <p:pic>
        <p:nvPicPr>
          <p:cNvPr id="8" name="Picture 7">
            <a:extLst>
              <a:ext uri="{FF2B5EF4-FFF2-40B4-BE49-F238E27FC236}">
                <a16:creationId xmlns:a16="http://schemas.microsoft.com/office/drawing/2014/main" id="{4DB71C2E-7687-C315-903B-474E0C515D81}"/>
              </a:ext>
            </a:extLst>
          </p:cNvPr>
          <p:cNvPicPr>
            <a:picLocks noChangeAspect="1"/>
          </p:cNvPicPr>
          <p:nvPr/>
        </p:nvPicPr>
        <p:blipFill>
          <a:blip r:embed="rId4"/>
          <a:stretch>
            <a:fillRect/>
          </a:stretch>
        </p:blipFill>
        <p:spPr>
          <a:xfrm>
            <a:off x="397499" y="1909272"/>
            <a:ext cx="4160068" cy="1050286"/>
          </a:xfrm>
          <a:prstGeom prst="rect">
            <a:avLst/>
          </a:prstGeom>
        </p:spPr>
      </p:pic>
      <p:pic>
        <p:nvPicPr>
          <p:cNvPr id="9" name="Picture 8">
            <a:extLst>
              <a:ext uri="{FF2B5EF4-FFF2-40B4-BE49-F238E27FC236}">
                <a16:creationId xmlns:a16="http://schemas.microsoft.com/office/drawing/2014/main" id="{1589799F-C4F4-B2C8-7D9C-BE84445C2C10}"/>
              </a:ext>
            </a:extLst>
          </p:cNvPr>
          <p:cNvPicPr>
            <a:picLocks noChangeAspect="1"/>
          </p:cNvPicPr>
          <p:nvPr/>
        </p:nvPicPr>
        <p:blipFill>
          <a:blip r:embed="rId5"/>
          <a:srcRect l="5464" t="5381"/>
          <a:stretch>
            <a:fillRect/>
          </a:stretch>
        </p:blipFill>
        <p:spPr>
          <a:xfrm>
            <a:off x="465615" y="3355485"/>
            <a:ext cx="2665575" cy="391515"/>
          </a:xfrm>
          <a:prstGeom prst="rect">
            <a:avLst/>
          </a:prstGeom>
        </p:spPr>
      </p:pic>
      <p:pic>
        <p:nvPicPr>
          <p:cNvPr id="11" name="Picture 10">
            <a:extLst>
              <a:ext uri="{FF2B5EF4-FFF2-40B4-BE49-F238E27FC236}">
                <a16:creationId xmlns:a16="http://schemas.microsoft.com/office/drawing/2014/main" id="{8441D04F-F1B8-27EC-4706-01D88C62978B}"/>
              </a:ext>
            </a:extLst>
          </p:cNvPr>
          <p:cNvPicPr>
            <a:picLocks noChangeAspect="1"/>
          </p:cNvPicPr>
          <p:nvPr/>
        </p:nvPicPr>
        <p:blipFill>
          <a:blip r:embed="rId6"/>
          <a:srcRect l="5923" b="30550"/>
          <a:stretch>
            <a:fillRect/>
          </a:stretch>
        </p:blipFill>
        <p:spPr>
          <a:xfrm>
            <a:off x="409870" y="4092018"/>
            <a:ext cx="1647449" cy="391515"/>
          </a:xfrm>
          <a:prstGeom prst="rect">
            <a:avLst/>
          </a:prstGeom>
        </p:spPr>
      </p:pic>
      <p:pic>
        <p:nvPicPr>
          <p:cNvPr id="12" name="Picture 11">
            <a:extLst>
              <a:ext uri="{FF2B5EF4-FFF2-40B4-BE49-F238E27FC236}">
                <a16:creationId xmlns:a16="http://schemas.microsoft.com/office/drawing/2014/main" id="{A77D11A3-400B-027B-85A2-663ACDBE4F70}"/>
              </a:ext>
            </a:extLst>
          </p:cNvPr>
          <p:cNvPicPr>
            <a:picLocks noChangeAspect="1"/>
          </p:cNvPicPr>
          <p:nvPr/>
        </p:nvPicPr>
        <p:blipFill>
          <a:blip r:embed="rId7"/>
          <a:stretch>
            <a:fillRect/>
          </a:stretch>
        </p:blipFill>
        <p:spPr>
          <a:xfrm>
            <a:off x="377212" y="5026130"/>
            <a:ext cx="3139391" cy="572988"/>
          </a:xfrm>
          <a:prstGeom prst="rect">
            <a:avLst/>
          </a:prstGeom>
        </p:spPr>
      </p:pic>
      <p:sp>
        <p:nvSpPr>
          <p:cNvPr id="3" name="TextBox 2">
            <a:extLst>
              <a:ext uri="{FF2B5EF4-FFF2-40B4-BE49-F238E27FC236}">
                <a16:creationId xmlns:a16="http://schemas.microsoft.com/office/drawing/2014/main" id="{3D63A215-6F96-63B4-8F21-B3C9219DE340}"/>
              </a:ext>
            </a:extLst>
          </p:cNvPr>
          <p:cNvSpPr txBox="1"/>
          <p:nvPr/>
        </p:nvSpPr>
        <p:spPr>
          <a:xfrm>
            <a:off x="5471345" y="4737034"/>
            <a:ext cx="2985113" cy="338554"/>
          </a:xfrm>
          <a:prstGeom prst="rect">
            <a:avLst/>
          </a:prstGeom>
          <a:noFill/>
        </p:spPr>
        <p:txBody>
          <a:bodyPr wrap="none" rtlCol="0">
            <a:spAutoFit/>
          </a:bodyPr>
          <a:lstStyle/>
          <a:p>
            <a:r>
              <a:rPr lang="en-US" sz="1600" dirty="0" err="1">
                <a:latin typeface="Lato" panose="020F0502020204030203" pitchFamily="34" charset="0"/>
                <a:ea typeface="Lato" panose="020F0502020204030203" pitchFamily="34" charset="0"/>
                <a:cs typeface="Lato" panose="020F0502020204030203" pitchFamily="34" charset="0"/>
              </a:rPr>
              <a:t>Mô</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hình</a:t>
            </a:r>
            <a:r>
              <a:rPr lang="en-US" sz="1600" dirty="0">
                <a:latin typeface="Lato" panose="020F0502020204030203" pitchFamily="34" charset="0"/>
                <a:ea typeface="Lato" panose="020F0502020204030203" pitchFamily="34" charset="0"/>
                <a:cs typeface="Lato" panose="020F0502020204030203" pitchFamily="34" charset="0"/>
              </a:rPr>
              <a:t> quadrotor </a:t>
            </a:r>
            <a:r>
              <a:rPr lang="en-US" sz="1600" dirty="0" err="1">
                <a:latin typeface="Lato" panose="020F0502020204030203" pitchFamily="34" charset="0"/>
                <a:ea typeface="Lato" panose="020F0502020204030203" pitchFamily="34" charset="0"/>
                <a:cs typeface="Lato" panose="020F0502020204030203" pitchFamily="34" charset="0"/>
              </a:rPr>
              <a:t>gắn</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tay</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gắp</a:t>
            </a:r>
            <a:endParaRPr lang="vi-VN" sz="16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616163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DCE23-7FF0-24BC-DEB6-0FAA07B0E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BB4DED-C6F8-5FEB-A183-B261A1A4AD00}"/>
              </a:ext>
            </a:extLst>
          </p:cNvPr>
          <p:cNvSpPr>
            <a:spLocks noGrp="1"/>
          </p:cNvSpPr>
          <p:nvPr>
            <p:ph type="title"/>
          </p:nvPr>
        </p:nvSpPr>
        <p:spPr/>
        <p:txBody>
          <a:bodyPr>
            <a:normAutofit fontScale="90000"/>
          </a:bodyPr>
          <a:lstStyle/>
          <a:p>
            <a:r>
              <a:rPr lang="vi-VN" dirty="0"/>
              <a:t>2. Phương pháp nghiên cứu</a:t>
            </a:r>
            <a:endParaRPr lang="en-US" dirty="0"/>
          </a:p>
        </p:txBody>
      </p:sp>
      <p:sp>
        <p:nvSpPr>
          <p:cNvPr id="5" name="Slide Number Placeholder 4">
            <a:extLst>
              <a:ext uri="{FF2B5EF4-FFF2-40B4-BE49-F238E27FC236}">
                <a16:creationId xmlns:a16="http://schemas.microsoft.com/office/drawing/2014/main" id="{39917392-9AE7-EBFA-A733-95D6535634C7}"/>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15" name="Title 1">
            <a:extLst>
              <a:ext uri="{FF2B5EF4-FFF2-40B4-BE49-F238E27FC236}">
                <a16:creationId xmlns:a16="http://schemas.microsoft.com/office/drawing/2014/main" id="{B3094C7D-A1FE-8D04-9452-4437B394E0D2}"/>
              </a:ext>
            </a:extLst>
          </p:cNvPr>
          <p:cNvSpPr txBox="1">
            <a:spLocks/>
          </p:cNvSpPr>
          <p:nvPr/>
        </p:nvSpPr>
        <p:spPr bwMode="auto">
          <a:xfrm>
            <a:off x="234950" y="1387031"/>
            <a:ext cx="8414177" cy="1063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a:solidFill>
                  <a:schemeClr val="tx1"/>
                </a:solidFill>
                <a:latin typeface="+mj-lt"/>
                <a:ea typeface="+mj-ea"/>
                <a:cs typeface="+mj-cs"/>
              </a:defRPr>
            </a:lvl1pPr>
            <a:lvl2pPr algn="l" rtl="0" eaLnBrk="1" fontAlgn="base" hangingPunct="1">
              <a:spcBef>
                <a:spcPct val="0"/>
              </a:spcBef>
              <a:spcAft>
                <a:spcPct val="0"/>
              </a:spcAft>
              <a:defRPr sz="4400">
                <a:solidFill>
                  <a:schemeClr val="tx1"/>
                </a:solidFill>
                <a:latin typeface="Microsoft Sans Serif" pitchFamily="34" charset="0"/>
              </a:defRPr>
            </a:lvl2pPr>
            <a:lvl3pPr algn="l" rtl="0" eaLnBrk="1" fontAlgn="base" hangingPunct="1">
              <a:spcBef>
                <a:spcPct val="0"/>
              </a:spcBef>
              <a:spcAft>
                <a:spcPct val="0"/>
              </a:spcAft>
              <a:defRPr sz="4400">
                <a:solidFill>
                  <a:schemeClr val="tx1"/>
                </a:solidFill>
                <a:latin typeface="Microsoft Sans Serif" pitchFamily="34" charset="0"/>
              </a:defRPr>
            </a:lvl3pPr>
            <a:lvl4pPr algn="l" rtl="0" eaLnBrk="1" fontAlgn="base" hangingPunct="1">
              <a:spcBef>
                <a:spcPct val="0"/>
              </a:spcBef>
              <a:spcAft>
                <a:spcPct val="0"/>
              </a:spcAft>
              <a:defRPr sz="4400">
                <a:solidFill>
                  <a:schemeClr val="tx1"/>
                </a:solidFill>
                <a:latin typeface="Microsoft Sans Serif" pitchFamily="34" charset="0"/>
              </a:defRPr>
            </a:lvl4pPr>
            <a:lvl5pPr algn="l" rtl="0" eaLnBrk="1" fontAlgn="base" hangingPunct="1">
              <a:spcBef>
                <a:spcPct val="0"/>
              </a:spcBef>
              <a:spcAft>
                <a:spcPct val="0"/>
              </a:spcAft>
              <a:defRPr sz="4400">
                <a:solidFill>
                  <a:schemeClr val="tx1"/>
                </a:solidFill>
                <a:latin typeface="Microsoft Sans Serif" pitchFamily="34" charset="0"/>
              </a:defRPr>
            </a:lvl5pPr>
            <a:lvl6pPr marL="457200" algn="l" rtl="0" eaLnBrk="1" fontAlgn="base" hangingPunct="1">
              <a:spcBef>
                <a:spcPct val="0"/>
              </a:spcBef>
              <a:spcAft>
                <a:spcPct val="0"/>
              </a:spcAft>
              <a:defRPr sz="4400">
                <a:solidFill>
                  <a:schemeClr val="tx1"/>
                </a:solidFill>
                <a:latin typeface="Microsoft Sans Serif" pitchFamily="34" charset="0"/>
              </a:defRPr>
            </a:lvl6pPr>
            <a:lvl7pPr marL="914400" algn="l" rtl="0" eaLnBrk="1" fontAlgn="base" hangingPunct="1">
              <a:spcBef>
                <a:spcPct val="0"/>
              </a:spcBef>
              <a:spcAft>
                <a:spcPct val="0"/>
              </a:spcAft>
              <a:defRPr sz="4400">
                <a:solidFill>
                  <a:schemeClr val="tx1"/>
                </a:solidFill>
                <a:latin typeface="Microsoft Sans Serif" pitchFamily="34" charset="0"/>
              </a:defRPr>
            </a:lvl7pPr>
            <a:lvl8pPr marL="1371600" algn="l" rtl="0" eaLnBrk="1" fontAlgn="base" hangingPunct="1">
              <a:spcBef>
                <a:spcPct val="0"/>
              </a:spcBef>
              <a:spcAft>
                <a:spcPct val="0"/>
              </a:spcAft>
              <a:defRPr sz="4400">
                <a:solidFill>
                  <a:schemeClr val="tx1"/>
                </a:solidFill>
                <a:latin typeface="Microsoft Sans Serif" pitchFamily="34" charset="0"/>
              </a:defRPr>
            </a:lvl8pPr>
            <a:lvl9pPr marL="1828800" algn="l" rtl="0" eaLnBrk="1" fontAlgn="base" hangingPunct="1">
              <a:spcBef>
                <a:spcPct val="0"/>
              </a:spcBef>
              <a:spcAft>
                <a:spcPct val="0"/>
              </a:spcAft>
              <a:defRPr sz="4400">
                <a:solidFill>
                  <a:schemeClr val="tx1"/>
                </a:solidFill>
                <a:latin typeface="Microsoft Sans Serif" pitchFamily="34" charset="0"/>
              </a:defRPr>
            </a:lvl9pPr>
          </a:lstStyle>
          <a:p>
            <a:r>
              <a:rPr lang="vi-VN" sz="1800" dirty="0">
                <a:latin typeface="Lato" panose="020F0502020204030203" pitchFamily="34" charset="0"/>
                <a:ea typeface="Lato" panose="020F0502020204030203" pitchFamily="34" charset="0"/>
                <a:cs typeface="Lato" panose="020F0502020204030203" pitchFamily="34" charset="0"/>
              </a:rPr>
              <a:t>Biểu diễn trong không gian trạng thái</a:t>
            </a:r>
            <a:r>
              <a:rPr lang="en-US" sz="1800" dirty="0">
                <a:latin typeface="Lato" panose="020F0502020204030203" pitchFamily="34" charset="0"/>
                <a:ea typeface="Lato" panose="020F0502020204030203" pitchFamily="34" charset="0"/>
                <a:cs typeface="Lato" panose="020F0502020204030203" pitchFamily="34" charset="0"/>
              </a:rPr>
              <a:t>:</a:t>
            </a:r>
          </a:p>
          <a:p>
            <a:r>
              <a:rPr lang="en-US" sz="1800" dirty="0">
                <a:latin typeface="Lato" panose="020F0502020204030203" pitchFamily="34" charset="0"/>
                <a:ea typeface="Lato" panose="020F0502020204030203" pitchFamily="34" charset="0"/>
                <a:cs typeface="Lato" panose="020F0502020204030203" pitchFamily="34" charset="0"/>
              </a:rPr>
              <a:t>													</a:t>
            </a:r>
          </a:p>
          <a:p>
            <a:r>
              <a:rPr lang="en-US" sz="1800" dirty="0">
                <a:latin typeface="Lato" panose="020F0502020204030203" pitchFamily="34" charset="0"/>
                <a:ea typeface="Lato" panose="020F0502020204030203" pitchFamily="34" charset="0"/>
                <a:cs typeface="Lato" panose="020F0502020204030203" pitchFamily="34" charset="0"/>
              </a:rPr>
              <a:t>														(5)</a:t>
            </a:r>
          </a:p>
          <a:p>
            <a:endParaRPr lang="en-US" sz="1800" dirty="0">
              <a:latin typeface="Lato" panose="020F0502020204030203" pitchFamily="34" charset="0"/>
              <a:ea typeface="Lato" panose="020F0502020204030203" pitchFamily="34" charset="0"/>
              <a:cs typeface="Lato" panose="020F0502020204030203" pitchFamily="34" charset="0"/>
            </a:endParaRPr>
          </a:p>
        </p:txBody>
      </p:sp>
      <p:sp>
        <p:nvSpPr>
          <p:cNvPr id="18" name="Text Placeholder 3">
            <a:extLst>
              <a:ext uri="{FF2B5EF4-FFF2-40B4-BE49-F238E27FC236}">
                <a16:creationId xmlns:a16="http://schemas.microsoft.com/office/drawing/2014/main" id="{2C0EBF6A-2D3C-DC44-E0F1-C23449369EC1}"/>
              </a:ext>
            </a:extLst>
          </p:cNvPr>
          <p:cNvSpPr txBox="1">
            <a:spLocks/>
          </p:cNvSpPr>
          <p:nvPr/>
        </p:nvSpPr>
        <p:spPr>
          <a:xfrm>
            <a:off x="234950" y="862584"/>
            <a:ext cx="8674100" cy="51328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vi-VN" sz="2200" b="1" dirty="0">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1CFFB384-6E9B-03E6-33B9-88EFE5BFA72C}"/>
              </a:ext>
            </a:extLst>
          </p:cNvPr>
          <p:cNvSpPr txBox="1"/>
          <p:nvPr/>
        </p:nvSpPr>
        <p:spPr>
          <a:xfrm>
            <a:off x="235077" y="849470"/>
            <a:ext cx="4572000" cy="430887"/>
          </a:xfrm>
          <a:prstGeom prst="rect">
            <a:avLst/>
          </a:prstGeom>
          <a:noFill/>
        </p:spPr>
        <p:txBody>
          <a:bodyPr wrap="square">
            <a:spAutoFit/>
          </a:bodyPr>
          <a:lstStyle/>
          <a:p>
            <a:r>
              <a:rPr lang="vi-VN" sz="2200" dirty="0">
                <a:latin typeface="Lato "/>
              </a:rPr>
              <a:t>2.</a:t>
            </a:r>
            <a:r>
              <a:rPr lang="en-US" sz="2200" dirty="0">
                <a:latin typeface="Lato "/>
              </a:rPr>
              <a:t>2</a:t>
            </a:r>
            <a:r>
              <a:rPr lang="vi-VN" sz="2200" dirty="0">
                <a:latin typeface="Lato "/>
              </a:rPr>
              <a:t>. Mô hình hóa</a:t>
            </a:r>
            <a:endParaRPr lang="vi-VN" sz="2200" dirty="0">
              <a:latin typeface="Lato "/>
              <a:ea typeface="Times New Roman" panose="02020603050405020304" pitchFamily="18" charset="0"/>
            </a:endParaRPr>
          </a:p>
        </p:txBody>
      </p:sp>
      <p:pic>
        <p:nvPicPr>
          <p:cNvPr id="12" name="Picture 11">
            <a:extLst>
              <a:ext uri="{FF2B5EF4-FFF2-40B4-BE49-F238E27FC236}">
                <a16:creationId xmlns:a16="http://schemas.microsoft.com/office/drawing/2014/main" id="{21471AF0-28AC-DD85-5779-294BBA1895AF}"/>
              </a:ext>
            </a:extLst>
          </p:cNvPr>
          <p:cNvPicPr>
            <a:picLocks noChangeAspect="1"/>
          </p:cNvPicPr>
          <p:nvPr/>
        </p:nvPicPr>
        <p:blipFill>
          <a:blip r:embed="rId3"/>
          <a:srcRect l="5422" t="15967" r="6509" b="17719"/>
          <a:stretch>
            <a:fillRect/>
          </a:stretch>
        </p:blipFill>
        <p:spPr>
          <a:xfrm>
            <a:off x="3137733" y="1885453"/>
            <a:ext cx="2868534" cy="462442"/>
          </a:xfrm>
          <a:prstGeom prst="rect">
            <a:avLst/>
          </a:prstGeom>
        </p:spPr>
      </p:pic>
      <p:pic>
        <p:nvPicPr>
          <p:cNvPr id="4" name="Picture 3">
            <a:extLst>
              <a:ext uri="{FF2B5EF4-FFF2-40B4-BE49-F238E27FC236}">
                <a16:creationId xmlns:a16="http://schemas.microsoft.com/office/drawing/2014/main" id="{89014F00-214C-8BBD-5859-BDC19E074FED}"/>
              </a:ext>
            </a:extLst>
          </p:cNvPr>
          <p:cNvPicPr>
            <a:picLocks noChangeAspect="1"/>
          </p:cNvPicPr>
          <p:nvPr/>
        </p:nvPicPr>
        <p:blipFill>
          <a:blip r:embed="rId4"/>
          <a:srcRect t="1603" r="3935"/>
          <a:stretch>
            <a:fillRect/>
          </a:stretch>
        </p:blipFill>
        <p:spPr>
          <a:xfrm>
            <a:off x="4537588" y="2344183"/>
            <a:ext cx="4123928" cy="1392141"/>
          </a:xfrm>
          <a:prstGeom prst="rect">
            <a:avLst/>
          </a:prstGeom>
        </p:spPr>
      </p:pic>
      <p:pic>
        <p:nvPicPr>
          <p:cNvPr id="7" name="Picture 6">
            <a:extLst>
              <a:ext uri="{FF2B5EF4-FFF2-40B4-BE49-F238E27FC236}">
                <a16:creationId xmlns:a16="http://schemas.microsoft.com/office/drawing/2014/main" id="{92398AAF-5274-93CB-3E65-D8B780CD1317}"/>
              </a:ext>
            </a:extLst>
          </p:cNvPr>
          <p:cNvPicPr>
            <a:picLocks noChangeAspect="1"/>
          </p:cNvPicPr>
          <p:nvPr/>
        </p:nvPicPr>
        <p:blipFill>
          <a:blip r:embed="rId5"/>
          <a:stretch>
            <a:fillRect/>
          </a:stretch>
        </p:blipFill>
        <p:spPr>
          <a:xfrm>
            <a:off x="4537588" y="3695682"/>
            <a:ext cx="1987123" cy="1392141"/>
          </a:xfrm>
          <a:prstGeom prst="rect">
            <a:avLst/>
          </a:prstGeom>
        </p:spPr>
      </p:pic>
      <p:pic>
        <p:nvPicPr>
          <p:cNvPr id="8" name="Picture 7">
            <a:extLst>
              <a:ext uri="{FF2B5EF4-FFF2-40B4-BE49-F238E27FC236}">
                <a16:creationId xmlns:a16="http://schemas.microsoft.com/office/drawing/2014/main" id="{1248C222-6D5A-5911-6384-EB41F2B7AEEE}"/>
              </a:ext>
            </a:extLst>
          </p:cNvPr>
          <p:cNvPicPr>
            <a:picLocks noChangeAspect="1"/>
          </p:cNvPicPr>
          <p:nvPr/>
        </p:nvPicPr>
        <p:blipFill>
          <a:blip r:embed="rId6"/>
          <a:stretch>
            <a:fillRect/>
          </a:stretch>
        </p:blipFill>
        <p:spPr>
          <a:xfrm>
            <a:off x="7440996" y="3673482"/>
            <a:ext cx="1240882" cy="1393064"/>
          </a:xfrm>
          <a:prstGeom prst="rect">
            <a:avLst/>
          </a:prstGeom>
        </p:spPr>
      </p:pic>
      <p:pic>
        <p:nvPicPr>
          <p:cNvPr id="9" name="Picture 8">
            <a:extLst>
              <a:ext uri="{FF2B5EF4-FFF2-40B4-BE49-F238E27FC236}">
                <a16:creationId xmlns:a16="http://schemas.microsoft.com/office/drawing/2014/main" id="{A2C73C3F-E984-C7A2-4AFC-C987B76C9541}"/>
              </a:ext>
            </a:extLst>
          </p:cNvPr>
          <p:cNvPicPr>
            <a:picLocks noChangeAspect="1"/>
          </p:cNvPicPr>
          <p:nvPr/>
        </p:nvPicPr>
        <p:blipFill>
          <a:blip r:embed="rId7"/>
          <a:stretch>
            <a:fillRect/>
          </a:stretch>
        </p:blipFill>
        <p:spPr>
          <a:xfrm>
            <a:off x="4572000" y="5012945"/>
            <a:ext cx="3065553" cy="1388406"/>
          </a:xfrm>
          <a:prstGeom prst="rect">
            <a:avLst/>
          </a:prstGeom>
        </p:spPr>
      </p:pic>
      <p:sp>
        <p:nvSpPr>
          <p:cNvPr id="17" name="TextBox 16">
            <a:extLst>
              <a:ext uri="{FF2B5EF4-FFF2-40B4-BE49-F238E27FC236}">
                <a16:creationId xmlns:a16="http://schemas.microsoft.com/office/drawing/2014/main" id="{AE16C981-BB55-D837-2836-045B699A37F3}"/>
              </a:ext>
            </a:extLst>
          </p:cNvPr>
          <p:cNvSpPr txBox="1"/>
          <p:nvPr/>
        </p:nvSpPr>
        <p:spPr>
          <a:xfrm>
            <a:off x="234950" y="3173191"/>
            <a:ext cx="4123928" cy="2115131"/>
          </a:xfrm>
          <a:prstGeom prst="rect">
            <a:avLst/>
          </a:prstGeom>
          <a:noFill/>
        </p:spPr>
        <p:txBody>
          <a:bodyPr wrap="square" rtlCol="0">
            <a:spAutoFit/>
          </a:bodyPr>
          <a:lstStyle/>
          <a:p>
            <a:pPr>
              <a:lnSpc>
                <a:spcPct val="150000"/>
              </a:lnSpc>
            </a:pPr>
            <a:r>
              <a:rPr lang="en-US" dirty="0">
                <a:latin typeface="Lato "/>
              </a:rPr>
              <a:t>Trong </a:t>
            </a:r>
            <a:r>
              <a:rPr lang="en-US" dirty="0" err="1">
                <a:latin typeface="Lato "/>
              </a:rPr>
              <a:t>đó</a:t>
            </a:r>
            <a:r>
              <a:rPr lang="en-US" dirty="0">
                <a:latin typeface="Lato "/>
              </a:rPr>
              <a:t> : </a:t>
            </a:r>
          </a:p>
          <a:p>
            <a:pPr lvl="1">
              <a:lnSpc>
                <a:spcPct val="150000"/>
              </a:lnSpc>
            </a:pPr>
            <a:r>
              <a:rPr lang="en-US" i="1" dirty="0">
                <a:latin typeface="Lato "/>
              </a:rPr>
              <a:t>D(q)</a:t>
            </a:r>
            <a:r>
              <a:rPr lang="en-US" dirty="0">
                <a:latin typeface="Lato "/>
              </a:rPr>
              <a:t> : ma </a:t>
            </a:r>
            <a:r>
              <a:rPr lang="en-US" dirty="0" err="1">
                <a:latin typeface="Lato "/>
              </a:rPr>
              <a:t>trận</a:t>
            </a:r>
            <a:r>
              <a:rPr lang="en-US" dirty="0">
                <a:latin typeface="Lato "/>
              </a:rPr>
              <a:t> </a:t>
            </a:r>
            <a:r>
              <a:rPr lang="en-US" dirty="0" err="1">
                <a:latin typeface="Lato "/>
              </a:rPr>
              <a:t>quán</a:t>
            </a:r>
            <a:r>
              <a:rPr lang="en-US" dirty="0">
                <a:latin typeface="Lato "/>
              </a:rPr>
              <a:t> </a:t>
            </a:r>
            <a:r>
              <a:rPr lang="en-US" dirty="0" err="1">
                <a:latin typeface="Lato "/>
              </a:rPr>
              <a:t>tính</a:t>
            </a:r>
            <a:r>
              <a:rPr lang="en-US" dirty="0">
                <a:latin typeface="Lato "/>
              </a:rPr>
              <a:t> </a:t>
            </a:r>
          </a:p>
          <a:p>
            <a:pPr lvl="1">
              <a:lnSpc>
                <a:spcPct val="150000"/>
              </a:lnSpc>
            </a:pPr>
            <a:r>
              <a:rPr lang="en-US" i="1" dirty="0">
                <a:latin typeface="Lato "/>
              </a:rPr>
              <a:t>G(q)</a:t>
            </a:r>
            <a:r>
              <a:rPr lang="en-US" dirty="0">
                <a:latin typeface="Lato "/>
              </a:rPr>
              <a:t> : ma </a:t>
            </a:r>
            <a:r>
              <a:rPr lang="en-US" dirty="0" err="1">
                <a:latin typeface="Lato "/>
              </a:rPr>
              <a:t>trận</a:t>
            </a:r>
            <a:r>
              <a:rPr lang="en-US" dirty="0">
                <a:latin typeface="Lato "/>
              </a:rPr>
              <a:t> </a:t>
            </a:r>
            <a:r>
              <a:rPr lang="en-US" dirty="0" err="1">
                <a:latin typeface="Lato "/>
              </a:rPr>
              <a:t>trọng</a:t>
            </a:r>
            <a:r>
              <a:rPr lang="en-US" dirty="0">
                <a:latin typeface="Lato "/>
              </a:rPr>
              <a:t> </a:t>
            </a:r>
            <a:r>
              <a:rPr lang="en-US" dirty="0" err="1">
                <a:latin typeface="Lato "/>
              </a:rPr>
              <a:t>lực</a:t>
            </a:r>
            <a:endParaRPr lang="en-US" dirty="0">
              <a:latin typeface="Lato "/>
            </a:endParaRPr>
          </a:p>
          <a:p>
            <a:pPr lvl="1">
              <a:lnSpc>
                <a:spcPct val="150000"/>
              </a:lnSpc>
            </a:pPr>
            <a:r>
              <a:rPr lang="en-US" i="1" dirty="0">
                <a:latin typeface="Lato "/>
              </a:rPr>
              <a:t>C(q)</a:t>
            </a:r>
            <a:r>
              <a:rPr lang="en-US" dirty="0">
                <a:latin typeface="Lato "/>
              </a:rPr>
              <a:t> : ma </a:t>
            </a:r>
            <a:r>
              <a:rPr lang="en-US" dirty="0" err="1">
                <a:latin typeface="Lato "/>
              </a:rPr>
              <a:t>trận</a:t>
            </a:r>
            <a:r>
              <a:rPr lang="en-US" dirty="0">
                <a:latin typeface="Lato "/>
              </a:rPr>
              <a:t> </a:t>
            </a:r>
            <a:r>
              <a:rPr lang="en-US" dirty="0" err="1">
                <a:latin typeface="Lato "/>
              </a:rPr>
              <a:t>quán</a:t>
            </a:r>
            <a:r>
              <a:rPr lang="en-US" dirty="0">
                <a:latin typeface="Lato "/>
              </a:rPr>
              <a:t> </a:t>
            </a:r>
            <a:r>
              <a:rPr lang="en-US" dirty="0" err="1">
                <a:latin typeface="Lato "/>
              </a:rPr>
              <a:t>tính</a:t>
            </a:r>
            <a:r>
              <a:rPr lang="en-US" dirty="0">
                <a:latin typeface="Lato "/>
              </a:rPr>
              <a:t> Coriolis</a:t>
            </a:r>
          </a:p>
          <a:p>
            <a:pPr lvl="1">
              <a:lnSpc>
                <a:spcPct val="150000"/>
              </a:lnSpc>
            </a:pPr>
            <a:r>
              <a:rPr lang="en-US" i="1" dirty="0">
                <a:latin typeface="Lato "/>
              </a:rPr>
              <a:t>F</a:t>
            </a:r>
            <a:r>
              <a:rPr lang="en-US" dirty="0">
                <a:latin typeface="Lato "/>
              </a:rPr>
              <a:t> : Lực </a:t>
            </a:r>
            <a:r>
              <a:rPr lang="en-US" dirty="0" err="1">
                <a:latin typeface="Lato "/>
              </a:rPr>
              <a:t>tác</a:t>
            </a:r>
            <a:r>
              <a:rPr lang="en-US" dirty="0">
                <a:latin typeface="Lato "/>
              </a:rPr>
              <a:t> </a:t>
            </a:r>
            <a:r>
              <a:rPr lang="en-US" dirty="0" err="1">
                <a:latin typeface="Lato "/>
              </a:rPr>
              <a:t>dụng</a:t>
            </a:r>
            <a:endParaRPr lang="en-US" dirty="0">
              <a:latin typeface="Lato "/>
            </a:endParaRPr>
          </a:p>
        </p:txBody>
      </p:sp>
    </p:spTree>
    <p:extLst>
      <p:ext uri="{BB962C8B-B14F-4D97-AF65-F5344CB8AC3E}">
        <p14:creationId xmlns:p14="http://schemas.microsoft.com/office/powerpoint/2010/main" val="4117927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5590C-6888-F18A-2BC9-F9BA9006DF0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205D1C-2DCF-C86A-769D-60ECC2F07C8B}"/>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3" name="Title 2">
            <a:extLst>
              <a:ext uri="{FF2B5EF4-FFF2-40B4-BE49-F238E27FC236}">
                <a16:creationId xmlns:a16="http://schemas.microsoft.com/office/drawing/2014/main" id="{38E82BC5-9BC9-FF1D-7838-9EDFA89B641A}"/>
              </a:ext>
            </a:extLst>
          </p:cNvPr>
          <p:cNvSpPr>
            <a:spLocks noGrp="1"/>
          </p:cNvSpPr>
          <p:nvPr>
            <p:ph type="title"/>
          </p:nvPr>
        </p:nvSpPr>
        <p:spPr/>
        <p:txBody>
          <a:bodyPr>
            <a:normAutofit fontScale="90000"/>
          </a:bodyPr>
          <a:lstStyle/>
          <a:p>
            <a:r>
              <a:rPr lang="vi-VN" dirty="0"/>
              <a:t>2. Phương pháp nghiên cứu</a:t>
            </a:r>
            <a:endParaRPr lang="en-US" dirty="0"/>
          </a:p>
        </p:txBody>
      </p:sp>
      <p:sp>
        <p:nvSpPr>
          <p:cNvPr id="4" name="Text Placeholder 3">
            <a:extLst>
              <a:ext uri="{FF2B5EF4-FFF2-40B4-BE49-F238E27FC236}">
                <a16:creationId xmlns:a16="http://schemas.microsoft.com/office/drawing/2014/main" id="{AB15A74E-1987-EF88-F027-8F3353CAF964}"/>
              </a:ext>
            </a:extLst>
          </p:cNvPr>
          <p:cNvSpPr txBox="1">
            <a:spLocks/>
          </p:cNvSpPr>
          <p:nvPr/>
        </p:nvSpPr>
        <p:spPr>
          <a:xfrm>
            <a:off x="234949" y="859733"/>
            <a:ext cx="8674100" cy="51493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200" dirty="0"/>
              <a:t>2.</a:t>
            </a:r>
            <a:r>
              <a:rPr lang="en-US" sz="2200" dirty="0"/>
              <a:t>3</a:t>
            </a:r>
            <a:r>
              <a:rPr lang="vi-VN" sz="2200" dirty="0"/>
              <a:t>. </a:t>
            </a:r>
            <a:r>
              <a:rPr lang="en-US" sz="2200" dirty="0" err="1"/>
              <a:t>Thiết</a:t>
            </a:r>
            <a:r>
              <a:rPr lang="en-US" sz="2200" dirty="0"/>
              <a:t> </a:t>
            </a:r>
            <a:r>
              <a:rPr lang="en-US" sz="2200" dirty="0" err="1"/>
              <a:t>kế</a:t>
            </a:r>
            <a:r>
              <a:rPr lang="en-US" sz="2200" dirty="0"/>
              <a:t> </a:t>
            </a:r>
            <a:r>
              <a:rPr lang="en-US" sz="2200" dirty="0" err="1"/>
              <a:t>quỹ</a:t>
            </a:r>
            <a:r>
              <a:rPr lang="en-US" sz="2200" dirty="0"/>
              <a:t> </a:t>
            </a:r>
            <a:r>
              <a:rPr lang="en-US" sz="2200" dirty="0" err="1"/>
              <a:t>đạo</a:t>
            </a:r>
            <a:r>
              <a:rPr lang="en-US" sz="2200" dirty="0"/>
              <a:t> </a:t>
            </a:r>
            <a:r>
              <a:rPr lang="en-US" sz="2200" dirty="0" err="1"/>
              <a:t>chuyển</a:t>
            </a:r>
            <a:r>
              <a:rPr lang="en-US" sz="2200" dirty="0"/>
              <a:t> </a:t>
            </a:r>
            <a:r>
              <a:rPr lang="en-US" sz="2200" dirty="0" err="1"/>
              <a:t>động</a:t>
            </a:r>
            <a:endParaRPr lang="vi-VN" sz="2200" dirty="0"/>
          </a:p>
        </p:txBody>
      </p:sp>
      <p:sp>
        <p:nvSpPr>
          <p:cNvPr id="8" name="TextBox 7">
            <a:extLst>
              <a:ext uri="{FF2B5EF4-FFF2-40B4-BE49-F238E27FC236}">
                <a16:creationId xmlns:a16="http://schemas.microsoft.com/office/drawing/2014/main" id="{72138A43-C229-3CBC-C705-CC5A9FE7CB97}"/>
              </a:ext>
            </a:extLst>
          </p:cNvPr>
          <p:cNvSpPr txBox="1"/>
          <p:nvPr/>
        </p:nvSpPr>
        <p:spPr>
          <a:xfrm>
            <a:off x="234948" y="1161709"/>
            <a:ext cx="8590871" cy="2031325"/>
          </a:xfrm>
          <a:prstGeom prst="rect">
            <a:avLst/>
          </a:prstGeom>
          <a:noFill/>
        </p:spPr>
        <p:txBody>
          <a:bodyPr wrap="square">
            <a:spAutoFit/>
          </a:bodyPr>
          <a:lstStyle/>
          <a:p>
            <a:pPr>
              <a:lnSpc>
                <a:spcPct val="150000"/>
              </a:lnSpc>
            </a:pPr>
            <a:r>
              <a:rPr lang="en-US" dirty="0" err="1">
                <a:latin typeface="Lato" panose="020F0502020204030203" pitchFamily="34" charset="0"/>
                <a:ea typeface="Lato" panose="020F0502020204030203" pitchFamily="34" charset="0"/>
                <a:cs typeface="Lato" panose="020F0502020204030203" pitchFamily="34" charset="0"/>
              </a:rPr>
              <a:t>Yêu</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cầu</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bài</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toán</a:t>
            </a:r>
            <a:r>
              <a:rPr lang="en-US" dirty="0">
                <a:latin typeface="Lato" panose="020F0502020204030203" pitchFamily="34" charset="0"/>
                <a:ea typeface="Lato" panose="020F0502020204030203" pitchFamily="34" charset="0"/>
                <a:cs typeface="Lato" panose="020F0502020204030203" pitchFamily="34" charset="0"/>
              </a:rPr>
              <a:t> :</a:t>
            </a:r>
          </a:p>
          <a:p>
            <a:pPr marL="285750" indent="-285750">
              <a:lnSpc>
                <a:spcPct val="150000"/>
              </a:lnSpc>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Quadrotor </a:t>
            </a:r>
            <a:r>
              <a:rPr lang="en-US" dirty="0" err="1">
                <a:latin typeface="Lato" panose="020F0502020204030203" pitchFamily="34" charset="0"/>
                <a:ea typeface="Lato" panose="020F0502020204030203" pitchFamily="34" charset="0"/>
                <a:cs typeface="Lato" panose="020F0502020204030203" pitchFamily="34" charset="0"/>
              </a:rPr>
              <a:t>gắn</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tay</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gắp</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có</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thể</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gắp</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vật</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thể</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khi</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đang</a:t>
            </a:r>
            <a:r>
              <a:rPr lang="en-US" dirty="0">
                <a:latin typeface="Lato" panose="020F0502020204030203" pitchFamily="34" charset="0"/>
                <a:ea typeface="Lato" panose="020F0502020204030203" pitchFamily="34" charset="0"/>
                <a:cs typeface="Lato" panose="020F0502020204030203" pitchFamily="34" charset="0"/>
              </a:rPr>
              <a:t> bay</a:t>
            </a:r>
          </a:p>
          <a:p>
            <a:pPr marL="285750" indent="-285750">
              <a:lnSpc>
                <a:spcPct val="150000"/>
              </a:lnSpc>
              <a:buFont typeface="Arial" panose="020B0604020202020204" pitchFamily="34" charset="0"/>
              <a:buChar char="•"/>
            </a:pPr>
            <a:r>
              <a:rPr lang="en-US" dirty="0" err="1">
                <a:latin typeface="Lato" panose="020F0502020204030203" pitchFamily="34" charset="0"/>
                <a:ea typeface="Lato" panose="020F0502020204030203" pitchFamily="34" charset="0"/>
                <a:cs typeface="Lato" panose="020F0502020204030203" pitchFamily="34" charset="0"/>
              </a:rPr>
              <a:t>Quỹ</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đạo</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cần</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sự</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ổn</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định,mượt</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mà</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và</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dễ</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dàng</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điều</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khiển</a:t>
            </a:r>
            <a:endParaRPr lang="en-US" dirty="0">
              <a:latin typeface="Lato" panose="020F0502020204030203" pitchFamily="34" charset="0"/>
              <a:ea typeface="Lato" panose="020F0502020204030203" pitchFamily="34" charset="0"/>
              <a:cs typeface="Lato" panose="020F0502020204030203" pitchFamily="34" charset="0"/>
            </a:endParaRPr>
          </a:p>
          <a:p>
            <a:pPr marL="285750" indent="-285750">
              <a:lnSpc>
                <a:spcPct val="150000"/>
              </a:lnSpc>
              <a:buFont typeface="Arial" panose="020B0604020202020204" pitchFamily="34" charset="0"/>
              <a:buChar char="•"/>
            </a:pPr>
            <a:r>
              <a:rPr lang="vi-VN" dirty="0">
                <a:latin typeface="Lato" panose="020F0502020204030203" pitchFamily="34" charset="0"/>
                <a:ea typeface="Lato" panose="020F0502020204030203" pitchFamily="34" charset="0"/>
                <a:cs typeface="Lato" panose="020F0502020204030203" pitchFamily="34" charset="0"/>
              </a:rPr>
              <a:t>Tại thời điểm gắp: vị trí, tư thế và vận tốc phải phù hợp.</a:t>
            </a:r>
            <a:endParaRPr lang="en-US" dirty="0">
              <a:latin typeface="Lato" panose="020F0502020204030203" pitchFamily="34" charset="0"/>
              <a:ea typeface="Lato" panose="020F0502020204030203" pitchFamily="34" charset="0"/>
              <a:cs typeface="Lato" panose="020F0502020204030203" pitchFamily="34" charset="0"/>
            </a:endParaRPr>
          </a:p>
          <a:p>
            <a:endParaRPr lang="en-US" dirty="0">
              <a:latin typeface="Lato" panose="020F0502020204030203" pitchFamily="34" charset="0"/>
              <a:ea typeface="Lato" panose="020F0502020204030203" pitchFamily="34" charset="0"/>
              <a:cs typeface="Lato" panose="020F0502020204030203" pitchFamily="34" charset="0"/>
            </a:endParaRPr>
          </a:p>
        </p:txBody>
      </p:sp>
      <p:pic>
        <p:nvPicPr>
          <p:cNvPr id="6" name="Picture 5">
            <a:extLst>
              <a:ext uri="{FF2B5EF4-FFF2-40B4-BE49-F238E27FC236}">
                <a16:creationId xmlns:a16="http://schemas.microsoft.com/office/drawing/2014/main" id="{8F1C2A8B-52C1-51AB-6A87-0099EF58CAC8}"/>
              </a:ext>
            </a:extLst>
          </p:cNvPr>
          <p:cNvPicPr>
            <a:picLocks noChangeAspect="1"/>
          </p:cNvPicPr>
          <p:nvPr/>
        </p:nvPicPr>
        <p:blipFill>
          <a:blip r:embed="rId3"/>
          <a:stretch>
            <a:fillRect/>
          </a:stretch>
        </p:blipFill>
        <p:spPr>
          <a:xfrm>
            <a:off x="276563" y="2990716"/>
            <a:ext cx="8590871" cy="3018414"/>
          </a:xfrm>
          <a:prstGeom prst="rect">
            <a:avLst/>
          </a:prstGeom>
        </p:spPr>
      </p:pic>
      <p:sp>
        <p:nvSpPr>
          <p:cNvPr id="7" name="TextBox 6">
            <a:extLst>
              <a:ext uri="{FF2B5EF4-FFF2-40B4-BE49-F238E27FC236}">
                <a16:creationId xmlns:a16="http://schemas.microsoft.com/office/drawing/2014/main" id="{FDFFC4CB-B57A-1B4D-A51E-8D15D64AAC33}"/>
              </a:ext>
            </a:extLst>
          </p:cNvPr>
          <p:cNvSpPr txBox="1"/>
          <p:nvPr/>
        </p:nvSpPr>
        <p:spPr>
          <a:xfrm>
            <a:off x="4572000" y="6507919"/>
            <a:ext cx="4621161" cy="215444"/>
          </a:xfrm>
          <a:prstGeom prst="rect">
            <a:avLst/>
          </a:prstGeom>
          <a:noFill/>
        </p:spPr>
        <p:txBody>
          <a:bodyPr wrap="square" rtlCol="0">
            <a:spAutoFit/>
          </a:bodyPr>
          <a:lstStyle/>
          <a:p>
            <a:r>
              <a:rPr lang="en-US" sz="800" dirty="0" err="1"/>
              <a:t>Nguồn</a:t>
            </a:r>
            <a:r>
              <a:rPr lang="en-US" sz="800" dirty="0"/>
              <a:t> </a:t>
            </a:r>
            <a:r>
              <a:rPr lang="en-US" sz="800" dirty="0" err="1"/>
              <a:t>hình</a:t>
            </a:r>
            <a:r>
              <a:rPr lang="en-US" sz="800" dirty="0"/>
              <a:t> </a:t>
            </a:r>
            <a:r>
              <a:rPr lang="en-US" sz="800" dirty="0" err="1"/>
              <a:t>ảnh</a:t>
            </a:r>
            <a:r>
              <a:rPr lang="en-US" sz="800" dirty="0"/>
              <a:t> : https://hybrid-robotics.berkeley.edu/publications/IDETC2013.pdf</a:t>
            </a:r>
          </a:p>
        </p:txBody>
      </p:sp>
    </p:spTree>
    <p:extLst>
      <p:ext uri="{BB962C8B-B14F-4D97-AF65-F5344CB8AC3E}">
        <p14:creationId xmlns:p14="http://schemas.microsoft.com/office/powerpoint/2010/main" val="1359086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6F0C5-EB28-FBE7-733D-99909AA6B44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8532DA-5536-C7B5-0D09-1B244D5821F4}"/>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4201BEB6-CADC-C386-ED3E-AB2CA708B0B7}"/>
              </a:ext>
            </a:extLst>
          </p:cNvPr>
          <p:cNvSpPr>
            <a:spLocks noGrp="1"/>
          </p:cNvSpPr>
          <p:nvPr>
            <p:ph type="title"/>
          </p:nvPr>
        </p:nvSpPr>
        <p:spPr/>
        <p:txBody>
          <a:bodyPr>
            <a:normAutofit fontScale="90000"/>
          </a:bodyPr>
          <a:lstStyle/>
          <a:p>
            <a:r>
              <a:rPr lang="vi-VN" dirty="0"/>
              <a:t>2. Phương pháp nghiên cứu</a:t>
            </a:r>
            <a:endParaRPr lang="en-US" dirty="0"/>
          </a:p>
        </p:txBody>
      </p:sp>
      <p:sp>
        <p:nvSpPr>
          <p:cNvPr id="5" name="Text Placeholder 3">
            <a:extLst>
              <a:ext uri="{FF2B5EF4-FFF2-40B4-BE49-F238E27FC236}">
                <a16:creationId xmlns:a16="http://schemas.microsoft.com/office/drawing/2014/main" id="{C2B9249E-F0AC-3845-873B-EFE1744077BC}"/>
              </a:ext>
            </a:extLst>
          </p:cNvPr>
          <p:cNvSpPr txBox="1">
            <a:spLocks/>
          </p:cNvSpPr>
          <p:nvPr/>
        </p:nvSpPr>
        <p:spPr>
          <a:xfrm>
            <a:off x="234950" y="839313"/>
            <a:ext cx="8674100" cy="51493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200" dirty="0"/>
              <a:t>2.</a:t>
            </a:r>
            <a:r>
              <a:rPr lang="en-US" sz="2200" dirty="0"/>
              <a:t>3</a:t>
            </a:r>
            <a:r>
              <a:rPr lang="vi-VN" sz="2200" dirty="0"/>
              <a:t>. </a:t>
            </a:r>
            <a:r>
              <a:rPr lang="en-US" sz="2200" dirty="0" err="1"/>
              <a:t>Thiết</a:t>
            </a:r>
            <a:r>
              <a:rPr lang="en-US" sz="2200" dirty="0"/>
              <a:t> </a:t>
            </a:r>
            <a:r>
              <a:rPr lang="en-US" sz="2200" dirty="0" err="1"/>
              <a:t>kế</a:t>
            </a:r>
            <a:r>
              <a:rPr lang="en-US" sz="2200" dirty="0"/>
              <a:t> </a:t>
            </a:r>
            <a:r>
              <a:rPr lang="en-US" sz="2200" dirty="0" err="1"/>
              <a:t>quỹ</a:t>
            </a:r>
            <a:r>
              <a:rPr lang="en-US" sz="2200" dirty="0"/>
              <a:t> </a:t>
            </a:r>
            <a:r>
              <a:rPr lang="en-US" sz="2200" dirty="0" err="1"/>
              <a:t>đạo</a:t>
            </a:r>
            <a:r>
              <a:rPr lang="en-US" sz="2200" dirty="0"/>
              <a:t> </a:t>
            </a:r>
            <a:r>
              <a:rPr lang="en-US" sz="2200" dirty="0" err="1"/>
              <a:t>chuyển</a:t>
            </a:r>
            <a:r>
              <a:rPr lang="en-US" sz="2200" dirty="0"/>
              <a:t> </a:t>
            </a:r>
            <a:r>
              <a:rPr lang="en-US" sz="2200" dirty="0" err="1"/>
              <a:t>động</a:t>
            </a:r>
            <a:endParaRPr lang="vi-VN" sz="2200" dirty="0"/>
          </a:p>
        </p:txBody>
      </p:sp>
      <p:sp>
        <p:nvSpPr>
          <p:cNvPr id="4" name="TextBox 3">
            <a:extLst>
              <a:ext uri="{FF2B5EF4-FFF2-40B4-BE49-F238E27FC236}">
                <a16:creationId xmlns:a16="http://schemas.microsoft.com/office/drawing/2014/main" id="{21A99652-6151-0D80-F95B-D6FB4E88F637}"/>
              </a:ext>
            </a:extLst>
          </p:cNvPr>
          <p:cNvSpPr txBox="1"/>
          <p:nvPr/>
        </p:nvSpPr>
        <p:spPr>
          <a:xfrm>
            <a:off x="234946" y="1153321"/>
            <a:ext cx="5360963" cy="4108817"/>
          </a:xfrm>
          <a:prstGeom prst="rect">
            <a:avLst/>
          </a:prstGeom>
          <a:noFill/>
        </p:spPr>
        <p:txBody>
          <a:bodyPr wrap="square">
            <a:spAutoFit/>
          </a:bodyPr>
          <a:lstStyle/>
          <a:p>
            <a:pPr>
              <a:lnSpc>
                <a:spcPct val="150000"/>
              </a:lnSpc>
            </a:pPr>
            <a:r>
              <a:rPr lang="en-US" dirty="0">
                <a:latin typeface="Lato" panose="020F0502020204030203" pitchFamily="34" charset="0"/>
                <a:ea typeface="Lato" panose="020F0502020204030203" pitchFamily="34" charset="0"/>
                <a:cs typeface="Lato" panose="020F0502020204030203" pitchFamily="34" charset="0"/>
              </a:rPr>
              <a:t>Phương </a:t>
            </a:r>
            <a:r>
              <a:rPr lang="en-US" dirty="0" err="1">
                <a:latin typeface="Lato" panose="020F0502020204030203" pitchFamily="34" charset="0"/>
                <a:ea typeface="Lato" panose="020F0502020204030203" pitchFamily="34" charset="0"/>
                <a:cs typeface="Lato" panose="020F0502020204030203" pitchFamily="34" charset="0"/>
              </a:rPr>
              <a:t>pháp</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thiết</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kế</a:t>
            </a:r>
            <a:r>
              <a:rPr lang="en-US" dirty="0">
                <a:latin typeface="Lato" panose="020F0502020204030203" pitchFamily="34" charset="0"/>
                <a:ea typeface="Lato" panose="020F0502020204030203" pitchFamily="34" charset="0"/>
                <a:cs typeface="Lato" panose="020F0502020204030203" pitchFamily="34" charset="0"/>
              </a:rPr>
              <a:t> : </a:t>
            </a:r>
          </a:p>
          <a:p>
            <a:pPr marL="285750" indent="-285750">
              <a:lnSpc>
                <a:spcPct val="150000"/>
              </a:lnSpc>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Chia </a:t>
            </a:r>
            <a:r>
              <a:rPr lang="en-US" dirty="0" err="1">
                <a:latin typeface="Lato" panose="020F0502020204030203" pitchFamily="34" charset="0"/>
                <a:ea typeface="Lato" panose="020F0502020204030203" pitchFamily="34" charset="0"/>
                <a:cs typeface="Lato" panose="020F0502020204030203" pitchFamily="34" charset="0"/>
              </a:rPr>
              <a:t>quỹ</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đạo</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làm</a:t>
            </a:r>
            <a:r>
              <a:rPr lang="en-US" dirty="0">
                <a:latin typeface="Lato" panose="020F0502020204030203" pitchFamily="34" charset="0"/>
                <a:ea typeface="Lato" panose="020F0502020204030203" pitchFamily="34" charset="0"/>
                <a:cs typeface="Lato" panose="020F0502020204030203" pitchFamily="34" charset="0"/>
              </a:rPr>
              <a:t> 3 </a:t>
            </a:r>
            <a:r>
              <a:rPr lang="en-US" dirty="0" err="1">
                <a:latin typeface="Lato" panose="020F0502020204030203" pitchFamily="34" charset="0"/>
                <a:ea typeface="Lato" panose="020F0502020204030203" pitchFamily="34" charset="0"/>
                <a:cs typeface="Lato" panose="020F0502020204030203" pitchFamily="34" charset="0"/>
              </a:rPr>
              <a:t>giai</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đoạn</a:t>
            </a:r>
            <a:endParaRPr lang="en-US" dirty="0">
              <a:latin typeface="Lato" panose="020F0502020204030203" pitchFamily="34" charset="0"/>
              <a:ea typeface="Lato" panose="020F0502020204030203" pitchFamily="34" charset="0"/>
              <a:cs typeface="Lato" panose="020F0502020204030203" pitchFamily="34" charset="0"/>
            </a:endParaRPr>
          </a:p>
          <a:p>
            <a:pPr marL="742950" lvl="1" indent="-285750">
              <a:lnSpc>
                <a:spcPct val="150000"/>
              </a:lnSpc>
              <a:buFont typeface="Arial" panose="020B0604020202020204" pitchFamily="34" charset="0"/>
              <a:buChar char="•"/>
            </a:pPr>
            <a:r>
              <a:rPr lang="en-US" dirty="0" err="1">
                <a:latin typeface="Lato" panose="020F0502020204030203" pitchFamily="34" charset="0"/>
                <a:ea typeface="Lato" panose="020F0502020204030203" pitchFamily="34" charset="0"/>
                <a:cs typeface="Lato" panose="020F0502020204030203" pitchFamily="34" charset="0"/>
              </a:rPr>
              <a:t>Trước</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khi</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gắp</a:t>
            </a:r>
            <a:endParaRPr lang="en-US" dirty="0">
              <a:latin typeface="Lato" panose="020F0502020204030203" pitchFamily="34" charset="0"/>
              <a:ea typeface="Lato" panose="020F0502020204030203" pitchFamily="34" charset="0"/>
              <a:cs typeface="Lato" panose="020F0502020204030203" pitchFamily="34" charset="0"/>
            </a:endParaRPr>
          </a:p>
          <a:p>
            <a:pPr marL="742950" lvl="1" indent="-285750">
              <a:lnSpc>
                <a:spcPct val="150000"/>
              </a:lnSpc>
              <a:buFont typeface="Arial" panose="020B0604020202020204" pitchFamily="34" charset="0"/>
              <a:buChar char="•"/>
            </a:pPr>
            <a:r>
              <a:rPr lang="en-US" dirty="0" err="1">
                <a:latin typeface="Lato" panose="020F0502020204030203" pitchFamily="34" charset="0"/>
                <a:ea typeface="Lato" panose="020F0502020204030203" pitchFamily="34" charset="0"/>
                <a:cs typeface="Lato" panose="020F0502020204030203" pitchFamily="34" charset="0"/>
              </a:rPr>
              <a:t>Gắp</a:t>
            </a:r>
            <a:endParaRPr lang="en-US" dirty="0">
              <a:latin typeface="Lato" panose="020F0502020204030203" pitchFamily="34" charset="0"/>
              <a:ea typeface="Lato" panose="020F0502020204030203" pitchFamily="34" charset="0"/>
              <a:cs typeface="Lato" panose="020F0502020204030203" pitchFamily="34" charset="0"/>
            </a:endParaRPr>
          </a:p>
          <a:p>
            <a:pPr marL="742950" lvl="1" indent="-285750">
              <a:lnSpc>
                <a:spcPct val="150000"/>
              </a:lnSpc>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Sau </a:t>
            </a:r>
            <a:r>
              <a:rPr lang="en-US" dirty="0" err="1">
                <a:latin typeface="Lato" panose="020F0502020204030203" pitchFamily="34" charset="0"/>
                <a:ea typeface="Lato" panose="020F0502020204030203" pitchFamily="34" charset="0"/>
                <a:cs typeface="Lato" panose="020F0502020204030203" pitchFamily="34" charset="0"/>
              </a:rPr>
              <a:t>khi</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gắp</a:t>
            </a:r>
            <a:endParaRPr lang="en-US" dirty="0">
              <a:latin typeface="Lato" panose="020F0502020204030203" pitchFamily="34" charset="0"/>
              <a:ea typeface="Lato" panose="020F0502020204030203" pitchFamily="34" charset="0"/>
              <a:cs typeface="Lato" panose="020F0502020204030203" pitchFamily="34" charset="0"/>
            </a:endParaRPr>
          </a:p>
          <a:p>
            <a:pPr marL="285750" indent="-285750">
              <a:lnSpc>
                <a:spcPct val="150000"/>
              </a:lnSpc>
              <a:buFont typeface="Arial" panose="020B0604020202020204" pitchFamily="34" charset="0"/>
              <a:buChar char="•"/>
            </a:pPr>
            <a:r>
              <a:rPr lang="vi-VN" dirty="0">
                <a:latin typeface="Lato" panose="020F0502020204030203" pitchFamily="34" charset="0"/>
                <a:ea typeface="Lato" panose="020F0502020204030203" pitchFamily="34" charset="0"/>
                <a:cs typeface="Lato" panose="020F0502020204030203" pitchFamily="34" charset="0"/>
              </a:rPr>
              <a:t>Quỹ đạo được thiết kế trực tiếp trên các biến chuyển động chính.</a:t>
            </a:r>
            <a:endParaRPr lang="en-US" dirty="0">
              <a:latin typeface="Lato" panose="020F0502020204030203" pitchFamily="34" charset="0"/>
              <a:ea typeface="Lato" panose="020F0502020204030203" pitchFamily="34" charset="0"/>
              <a:cs typeface="Lato" panose="020F0502020204030203" pitchFamily="34" charset="0"/>
            </a:endParaRPr>
          </a:p>
          <a:p>
            <a:pPr marL="285750" indent="-285750">
              <a:lnSpc>
                <a:spcPct val="150000"/>
              </a:lnSpc>
              <a:buFont typeface="Arial" panose="020B0604020202020204" pitchFamily="34" charset="0"/>
              <a:buChar char="•"/>
            </a:pPr>
            <a:r>
              <a:rPr lang="vi-VN" dirty="0">
                <a:latin typeface="Lato" panose="020F0502020204030203" pitchFamily="34" charset="0"/>
                <a:ea typeface="Lato" panose="020F0502020204030203" pitchFamily="34" charset="0"/>
                <a:cs typeface="Lato" panose="020F0502020204030203" pitchFamily="34" charset="0"/>
              </a:rPr>
              <a:t>Ưu tiên </a:t>
            </a:r>
            <a:r>
              <a:rPr lang="en-US" dirty="0" err="1">
                <a:latin typeface="Lato" panose="020F0502020204030203" pitchFamily="34" charset="0"/>
                <a:ea typeface="Lato" panose="020F0502020204030203" pitchFamily="34" charset="0"/>
                <a:cs typeface="Lato" panose="020F0502020204030203" pitchFamily="34" charset="0"/>
              </a:rPr>
              <a:t>tính</a:t>
            </a:r>
            <a:r>
              <a:rPr lang="vi-VN" dirty="0">
                <a:latin typeface="Lato" panose="020F0502020204030203" pitchFamily="34" charset="0"/>
                <a:ea typeface="Lato" panose="020F0502020204030203" pitchFamily="34" charset="0"/>
                <a:cs typeface="Lato" panose="020F0502020204030203" pitchFamily="34" charset="0"/>
              </a:rPr>
              <a:t> liên tục</a:t>
            </a:r>
            <a:r>
              <a:rPr lang="en-US" dirty="0">
                <a:latin typeface="Lato" panose="020F0502020204030203" pitchFamily="34" charset="0"/>
                <a:ea typeface="Lato" panose="020F0502020204030203" pitchFamily="34" charset="0"/>
                <a:cs typeface="Lato" panose="020F0502020204030203" pitchFamily="34" charset="0"/>
              </a:rPr>
              <a:t> ở </a:t>
            </a:r>
            <a:r>
              <a:rPr lang="en-US" dirty="0" err="1">
                <a:latin typeface="Lato" panose="020F0502020204030203" pitchFamily="34" charset="0"/>
                <a:ea typeface="Lato" panose="020F0502020204030203" pitchFamily="34" charset="0"/>
                <a:cs typeface="Lato" panose="020F0502020204030203" pitchFamily="34" charset="0"/>
              </a:rPr>
              <a:t>các</a:t>
            </a:r>
            <a:r>
              <a:rPr lang="vi-VN" dirty="0">
                <a:latin typeface="Lato" panose="020F0502020204030203" pitchFamily="34" charset="0"/>
                <a:ea typeface="Lato" panose="020F0502020204030203" pitchFamily="34" charset="0"/>
                <a:cs typeface="Lato" panose="020F0502020204030203" pitchFamily="34" charset="0"/>
              </a:rPr>
              <a:t> đạo hàm bậc cao </a:t>
            </a:r>
            <a:endParaRPr lang="en-US" dirty="0">
              <a:latin typeface="Lato" panose="020F0502020204030203" pitchFamily="34" charset="0"/>
              <a:ea typeface="Lato" panose="020F0502020204030203" pitchFamily="34" charset="0"/>
              <a:cs typeface="Lato" panose="020F0502020204030203" pitchFamily="34" charset="0"/>
            </a:endParaRPr>
          </a:p>
          <a:p>
            <a:pPr lvl="1">
              <a:lnSpc>
                <a:spcPct val="150000"/>
              </a:lnSpc>
            </a:pPr>
            <a:endParaRPr lang="en-US" dirty="0">
              <a:latin typeface="Lato" panose="020F0502020204030203" pitchFamily="34" charset="0"/>
              <a:ea typeface="Lato" panose="020F0502020204030203" pitchFamily="34" charset="0"/>
              <a:cs typeface="Lato" panose="020F0502020204030203" pitchFamily="34" charset="0"/>
            </a:endParaRPr>
          </a:p>
          <a:p>
            <a:endParaRPr lang="en-US" dirty="0">
              <a:latin typeface="Lato" panose="020F0502020204030203" pitchFamily="34" charset="0"/>
              <a:ea typeface="Lato" panose="020F0502020204030203" pitchFamily="34" charset="0"/>
              <a:cs typeface="Lato" panose="020F0502020204030203" pitchFamily="34" charset="0"/>
            </a:endParaRPr>
          </a:p>
        </p:txBody>
      </p:sp>
      <p:pic>
        <p:nvPicPr>
          <p:cNvPr id="10" name="Picture 9">
            <a:extLst>
              <a:ext uri="{FF2B5EF4-FFF2-40B4-BE49-F238E27FC236}">
                <a16:creationId xmlns:a16="http://schemas.microsoft.com/office/drawing/2014/main" id="{A41608D8-C860-AD6A-F98B-4C7D084CE760}"/>
              </a:ext>
            </a:extLst>
          </p:cNvPr>
          <p:cNvPicPr>
            <a:picLocks noChangeAspect="1"/>
          </p:cNvPicPr>
          <p:nvPr/>
        </p:nvPicPr>
        <p:blipFill>
          <a:blip r:embed="rId3"/>
          <a:srcRect l="2058" t="2818" r="95"/>
          <a:stretch>
            <a:fillRect/>
          </a:stretch>
        </p:blipFill>
        <p:spPr>
          <a:xfrm>
            <a:off x="6194411" y="814292"/>
            <a:ext cx="2116138" cy="895276"/>
          </a:xfrm>
          <a:prstGeom prst="rect">
            <a:avLst/>
          </a:prstGeom>
        </p:spPr>
      </p:pic>
      <p:pic>
        <p:nvPicPr>
          <p:cNvPr id="12" name="Picture 11">
            <a:extLst>
              <a:ext uri="{FF2B5EF4-FFF2-40B4-BE49-F238E27FC236}">
                <a16:creationId xmlns:a16="http://schemas.microsoft.com/office/drawing/2014/main" id="{A21BDB80-B838-12AD-BA7E-9F1AD7BF3557}"/>
              </a:ext>
            </a:extLst>
          </p:cNvPr>
          <p:cNvPicPr>
            <a:picLocks noChangeAspect="1"/>
          </p:cNvPicPr>
          <p:nvPr/>
        </p:nvPicPr>
        <p:blipFill>
          <a:blip r:embed="rId4"/>
          <a:srcRect l="2153" t="628" r="1" b="2903"/>
          <a:stretch>
            <a:fillRect/>
          </a:stretch>
        </p:blipFill>
        <p:spPr>
          <a:xfrm>
            <a:off x="6194411" y="1709568"/>
            <a:ext cx="2116138" cy="895275"/>
          </a:xfrm>
          <a:prstGeom prst="rect">
            <a:avLst/>
          </a:prstGeom>
        </p:spPr>
      </p:pic>
      <p:grpSp>
        <p:nvGrpSpPr>
          <p:cNvPr id="22" name="Group 21">
            <a:extLst>
              <a:ext uri="{FF2B5EF4-FFF2-40B4-BE49-F238E27FC236}">
                <a16:creationId xmlns:a16="http://schemas.microsoft.com/office/drawing/2014/main" id="{2FAD549E-D662-C1D7-E641-06E4DF4C2FEB}"/>
              </a:ext>
            </a:extLst>
          </p:cNvPr>
          <p:cNvGrpSpPr/>
          <p:nvPr/>
        </p:nvGrpSpPr>
        <p:grpSpPr>
          <a:xfrm>
            <a:off x="6194411" y="3016580"/>
            <a:ext cx="2116138" cy="904801"/>
            <a:chOff x="6194410" y="3016580"/>
            <a:chExt cx="2116138" cy="904801"/>
          </a:xfrm>
        </p:grpSpPr>
        <p:pic>
          <p:nvPicPr>
            <p:cNvPr id="14" name="Picture 13">
              <a:extLst>
                <a:ext uri="{FF2B5EF4-FFF2-40B4-BE49-F238E27FC236}">
                  <a16:creationId xmlns:a16="http://schemas.microsoft.com/office/drawing/2014/main" id="{6CE5F732-4149-1768-FDF5-CE7D250D5DF1}"/>
                </a:ext>
              </a:extLst>
            </p:cNvPr>
            <p:cNvPicPr>
              <a:picLocks noChangeAspect="1"/>
            </p:cNvPicPr>
            <p:nvPr/>
          </p:nvPicPr>
          <p:blipFill>
            <a:blip r:embed="rId5"/>
            <a:stretch>
              <a:fillRect/>
            </a:stretch>
          </p:blipFill>
          <p:spPr>
            <a:xfrm>
              <a:off x="6194410" y="3016580"/>
              <a:ext cx="1059497" cy="895276"/>
            </a:xfrm>
            <a:prstGeom prst="rect">
              <a:avLst/>
            </a:prstGeom>
          </p:spPr>
        </p:pic>
        <p:pic>
          <p:nvPicPr>
            <p:cNvPr id="15" name="Picture 14">
              <a:extLst>
                <a:ext uri="{FF2B5EF4-FFF2-40B4-BE49-F238E27FC236}">
                  <a16:creationId xmlns:a16="http://schemas.microsoft.com/office/drawing/2014/main" id="{B5B0F75F-74F5-9CF1-DE45-3797DBADDCFD}"/>
                </a:ext>
              </a:extLst>
            </p:cNvPr>
            <p:cNvPicPr>
              <a:picLocks noChangeAspect="1"/>
            </p:cNvPicPr>
            <p:nvPr/>
          </p:nvPicPr>
          <p:blipFill>
            <a:blip r:embed="rId6"/>
            <a:stretch>
              <a:fillRect/>
            </a:stretch>
          </p:blipFill>
          <p:spPr>
            <a:xfrm>
              <a:off x="7253908" y="3026106"/>
              <a:ext cx="1056640" cy="895275"/>
            </a:xfrm>
            <a:prstGeom prst="rect">
              <a:avLst/>
            </a:prstGeom>
          </p:spPr>
        </p:pic>
      </p:grpSp>
      <p:pic>
        <p:nvPicPr>
          <p:cNvPr id="18" name="Picture 17">
            <a:extLst>
              <a:ext uri="{FF2B5EF4-FFF2-40B4-BE49-F238E27FC236}">
                <a16:creationId xmlns:a16="http://schemas.microsoft.com/office/drawing/2014/main" id="{0A9CB665-4339-0743-97EA-A774EFB82CFC}"/>
              </a:ext>
            </a:extLst>
          </p:cNvPr>
          <p:cNvPicPr>
            <a:picLocks noChangeAspect="1"/>
          </p:cNvPicPr>
          <p:nvPr/>
        </p:nvPicPr>
        <p:blipFill>
          <a:blip r:embed="rId7"/>
          <a:stretch>
            <a:fillRect/>
          </a:stretch>
        </p:blipFill>
        <p:spPr>
          <a:xfrm>
            <a:off x="6194410" y="4228592"/>
            <a:ext cx="2116139" cy="895047"/>
          </a:xfrm>
          <a:prstGeom prst="rect">
            <a:avLst/>
          </a:prstGeom>
        </p:spPr>
      </p:pic>
      <p:pic>
        <p:nvPicPr>
          <p:cNvPr id="19" name="Picture 18">
            <a:extLst>
              <a:ext uri="{FF2B5EF4-FFF2-40B4-BE49-F238E27FC236}">
                <a16:creationId xmlns:a16="http://schemas.microsoft.com/office/drawing/2014/main" id="{A0CD3544-876F-D039-8CAC-A530BA5642B4}"/>
              </a:ext>
            </a:extLst>
          </p:cNvPr>
          <p:cNvPicPr>
            <a:picLocks noChangeAspect="1"/>
          </p:cNvPicPr>
          <p:nvPr/>
        </p:nvPicPr>
        <p:blipFill>
          <a:blip r:embed="rId8"/>
          <a:stretch>
            <a:fillRect/>
          </a:stretch>
        </p:blipFill>
        <p:spPr>
          <a:xfrm>
            <a:off x="6194411" y="5123639"/>
            <a:ext cx="2116138" cy="895048"/>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7F78401-8F06-0BDB-9154-17E04DF5A0DA}"/>
                  </a:ext>
                </a:extLst>
              </p:cNvPr>
              <p:cNvSpPr txBox="1"/>
              <p:nvPr/>
            </p:nvSpPr>
            <p:spPr>
              <a:xfrm>
                <a:off x="5533579" y="2634326"/>
                <a:ext cx="3375344" cy="331373"/>
              </a:xfrm>
              <a:prstGeom prst="rect">
                <a:avLst/>
              </a:prstGeom>
              <a:noFill/>
            </p:spPr>
            <p:txBody>
              <a:bodyPr wrap="square" rtlCol="0">
                <a:spAutoFit/>
              </a:bodyPr>
              <a:lstStyle/>
              <a:p>
                <a:pPr lvl="1"/>
                <a14:m>
                  <m:oMath xmlns:m="http://schemas.openxmlformats.org/officeDocument/2006/math">
                    <m:sSub>
                      <m:sSubPr>
                        <m:ctrlPr>
                          <a:rPr lang="pt-BR" sz="1200" i="1" dirty="0">
                            <a:latin typeface="Cambria Math" panose="02040503050406030204" pitchFamily="18" charset="0"/>
                            <a:ea typeface="Lato" panose="020F0502020204030203" pitchFamily="34" charset="0"/>
                            <a:cs typeface="Lato" panose="020F0502020204030203" pitchFamily="34" charset="0"/>
                          </a:rPr>
                        </m:ctrlPr>
                      </m:sSubPr>
                      <m:e>
                        <m:r>
                          <m:rPr>
                            <m:sty m:val="p"/>
                          </m:rPr>
                          <a:rPr lang="pt-BR" sz="1200" dirty="0">
                            <a:latin typeface="Cambria Math" panose="02040503050406030204" pitchFamily="18" charset="0"/>
                            <a:ea typeface="Lato" panose="020F0502020204030203" pitchFamily="34" charset="0"/>
                            <a:cs typeface="Lato" panose="020F0502020204030203" pitchFamily="34" charset="0"/>
                          </a:rPr>
                          <m:t>p</m:t>
                        </m:r>
                      </m:e>
                      <m:sub>
                        <m:r>
                          <a:rPr lang="pt-BR" sz="1200" dirty="0">
                            <a:latin typeface="Cambria Math" panose="02040503050406030204" pitchFamily="18" charset="0"/>
                            <a:ea typeface="Lato" panose="020F0502020204030203" pitchFamily="34" charset="0"/>
                            <a:cs typeface="Lato" panose="020F0502020204030203" pitchFamily="34" charset="0"/>
                          </a:rPr>
                          <m:t>1</m:t>
                        </m:r>
                      </m:sub>
                    </m:sSub>
                    <m:d>
                      <m:dPr>
                        <m:ctrlPr>
                          <a:rPr lang="pt-BR" sz="1200" i="1" dirty="0">
                            <a:latin typeface="Cambria Math" panose="02040503050406030204" pitchFamily="18" charset="0"/>
                            <a:ea typeface="Lato" panose="020F0502020204030203" pitchFamily="34" charset="0"/>
                            <a:cs typeface="Lato" panose="020F0502020204030203" pitchFamily="34" charset="0"/>
                          </a:rPr>
                        </m:ctrlPr>
                      </m:dPr>
                      <m:e>
                        <m:r>
                          <a:rPr lang="pt-BR" sz="1200" dirty="0">
                            <a:latin typeface="Cambria Math" panose="02040503050406030204" pitchFamily="18" charset="0"/>
                            <a:ea typeface="Lato" panose="020F0502020204030203" pitchFamily="34" charset="0"/>
                            <a:cs typeface="Lato" panose="020F0502020204030203" pitchFamily="34" charset="0"/>
                          </a:rPr>
                          <m:t>0</m:t>
                        </m:r>
                      </m:e>
                    </m:d>
                    <m:r>
                      <a:rPr lang="pt-BR" sz="1200" dirty="0">
                        <a:latin typeface="Cambria Math" panose="02040503050406030204" pitchFamily="18" charset="0"/>
                        <a:ea typeface="Lato" panose="020F0502020204030203" pitchFamily="34" charset="0"/>
                        <a:cs typeface="Lato" panose="020F0502020204030203" pitchFamily="34" charset="0"/>
                      </a:rPr>
                      <m:t>=</m:t>
                    </m:r>
                    <m:sSub>
                      <m:sSubPr>
                        <m:ctrlPr>
                          <a:rPr lang="pt-BR" sz="1200" i="1" dirty="0">
                            <a:latin typeface="Cambria Math" panose="02040503050406030204" pitchFamily="18" charset="0"/>
                            <a:ea typeface="Lato" panose="020F0502020204030203" pitchFamily="34" charset="0"/>
                            <a:cs typeface="Lato" panose="020F0502020204030203" pitchFamily="34" charset="0"/>
                          </a:rPr>
                        </m:ctrlPr>
                      </m:sSubPr>
                      <m:e>
                        <m:r>
                          <m:rPr>
                            <m:sty m:val="p"/>
                          </m:rPr>
                          <a:rPr lang="pt-BR" sz="1200" dirty="0">
                            <a:latin typeface="Cambria Math" panose="02040503050406030204" pitchFamily="18" charset="0"/>
                            <a:ea typeface="Lato" panose="020F0502020204030203" pitchFamily="34" charset="0"/>
                            <a:cs typeface="Lato" panose="020F0502020204030203" pitchFamily="34" charset="0"/>
                          </a:rPr>
                          <m:t>p</m:t>
                        </m:r>
                      </m:e>
                      <m:sub>
                        <m:r>
                          <a:rPr lang="pt-BR" sz="1200" dirty="0">
                            <a:latin typeface="Cambria Math" panose="02040503050406030204" pitchFamily="18" charset="0"/>
                            <a:ea typeface="Lato" panose="020F0502020204030203" pitchFamily="34" charset="0"/>
                            <a:cs typeface="Lato" panose="020F0502020204030203" pitchFamily="34" charset="0"/>
                          </a:rPr>
                          <m:t>0</m:t>
                        </m:r>
                      </m:sub>
                    </m:sSub>
                    <m:r>
                      <a:rPr lang="en-US" sz="1200" i="1" dirty="0">
                        <a:latin typeface="Cambria Math" panose="02040503050406030204" pitchFamily="18" charset="0"/>
                        <a:ea typeface="Lato" panose="020F0502020204030203" pitchFamily="34" charset="0"/>
                        <a:cs typeface="Lato" panose="020F0502020204030203" pitchFamily="34" charset="0"/>
                      </a:rPr>
                      <m:t>,</m:t>
                    </m:r>
                  </m:oMath>
                </a14:m>
                <a:r>
                  <a:rPr lang="en-US" sz="1200" dirty="0">
                    <a:ea typeface="Lato" panose="020F0502020204030203" pitchFamily="34" charset="0"/>
                    <a:cs typeface="Lato" panose="020F0502020204030203" pitchFamily="34" charset="0"/>
                  </a:rPr>
                  <a:t> </a:t>
                </a:r>
                <a14:m>
                  <m:oMath xmlns:m="http://schemas.openxmlformats.org/officeDocument/2006/math">
                    <m:sSubSup>
                      <m:sSubSupPr>
                        <m:ctrlPr>
                          <a:rPr lang="pt-BR" sz="1200" i="1" dirty="0">
                            <a:latin typeface="Cambria Math" panose="02040503050406030204" pitchFamily="18" charset="0"/>
                            <a:ea typeface="Lato" panose="020F0502020204030203" pitchFamily="34" charset="0"/>
                            <a:cs typeface="Lato" panose="020F0502020204030203" pitchFamily="34" charset="0"/>
                          </a:rPr>
                        </m:ctrlPr>
                      </m:sSubSupPr>
                      <m:e>
                        <m:r>
                          <m:rPr>
                            <m:sty m:val="p"/>
                          </m:rPr>
                          <a:rPr lang="pt-BR" sz="1200" dirty="0">
                            <a:latin typeface="Cambria Math" panose="02040503050406030204" pitchFamily="18" charset="0"/>
                            <a:ea typeface="Lato" panose="020F0502020204030203" pitchFamily="34" charset="0"/>
                            <a:cs typeface="Lato" panose="020F0502020204030203" pitchFamily="34" charset="0"/>
                          </a:rPr>
                          <m:t>p</m:t>
                        </m:r>
                      </m:e>
                      <m:sub>
                        <m:r>
                          <a:rPr lang="pt-BR" sz="1200" dirty="0">
                            <a:latin typeface="Cambria Math" panose="02040503050406030204" pitchFamily="18" charset="0"/>
                            <a:ea typeface="Lato" panose="020F0502020204030203" pitchFamily="34" charset="0"/>
                            <a:cs typeface="Lato" panose="020F0502020204030203" pitchFamily="34" charset="0"/>
                          </a:rPr>
                          <m:t>1</m:t>
                        </m:r>
                      </m:sub>
                      <m:sup>
                        <m:d>
                          <m:dPr>
                            <m:ctrlPr>
                              <a:rPr lang="pt-BR" sz="1200" i="1" dirty="0">
                                <a:latin typeface="Cambria Math" panose="02040503050406030204" pitchFamily="18" charset="0"/>
                                <a:ea typeface="Lato" panose="020F0502020204030203" pitchFamily="34" charset="0"/>
                                <a:cs typeface="Lato" panose="020F0502020204030203" pitchFamily="34" charset="0"/>
                              </a:rPr>
                            </m:ctrlPr>
                          </m:dPr>
                          <m:e>
                            <m:r>
                              <m:rPr>
                                <m:sty m:val="p"/>
                              </m:rPr>
                              <a:rPr lang="pt-BR" sz="1200" dirty="0">
                                <a:latin typeface="Cambria Math" panose="02040503050406030204" pitchFamily="18" charset="0"/>
                                <a:ea typeface="Lato" panose="020F0502020204030203" pitchFamily="34" charset="0"/>
                                <a:cs typeface="Lato" panose="020F0502020204030203" pitchFamily="34" charset="0"/>
                              </a:rPr>
                              <m:t>r</m:t>
                            </m:r>
                          </m:e>
                        </m:d>
                      </m:sup>
                    </m:sSubSup>
                    <m:d>
                      <m:dPr>
                        <m:ctrlPr>
                          <a:rPr lang="pt-BR" sz="1200" i="1" dirty="0">
                            <a:latin typeface="Cambria Math" panose="02040503050406030204" pitchFamily="18" charset="0"/>
                            <a:ea typeface="Lato" panose="020F0502020204030203" pitchFamily="34" charset="0"/>
                            <a:cs typeface="Lato" panose="020F0502020204030203" pitchFamily="34" charset="0"/>
                          </a:rPr>
                        </m:ctrlPr>
                      </m:dPr>
                      <m:e>
                        <m:r>
                          <a:rPr lang="pt-BR" sz="1200" dirty="0">
                            <a:latin typeface="Cambria Math" panose="02040503050406030204" pitchFamily="18" charset="0"/>
                            <a:ea typeface="Lato" panose="020F0502020204030203" pitchFamily="34" charset="0"/>
                            <a:cs typeface="Lato" panose="020F0502020204030203" pitchFamily="34" charset="0"/>
                          </a:rPr>
                          <m:t>0</m:t>
                        </m:r>
                      </m:e>
                    </m:d>
                    <m:r>
                      <a:rPr lang="pt-BR" sz="1200" dirty="0">
                        <a:latin typeface="Cambria Math" panose="02040503050406030204" pitchFamily="18" charset="0"/>
                        <a:ea typeface="Lato" panose="020F0502020204030203" pitchFamily="34" charset="0"/>
                        <a:cs typeface="Lato" panose="020F0502020204030203" pitchFamily="34" charset="0"/>
                      </a:rPr>
                      <m:t>=0</m:t>
                    </m:r>
                    <m:r>
                      <a:rPr lang="en-US" sz="1200" b="0" i="0" dirty="0" smtClean="0">
                        <a:latin typeface="Cambria Math" panose="02040503050406030204" pitchFamily="18" charset="0"/>
                        <a:ea typeface="Lato" panose="020F0502020204030203" pitchFamily="34" charset="0"/>
                        <a:cs typeface="Lato" panose="020F0502020204030203" pitchFamily="34" charset="0"/>
                      </a:rPr>
                      <m:t>,</m:t>
                    </m:r>
                    <m:r>
                      <a:rPr lang="en-US" sz="1200" b="0" i="1" dirty="0" smtClean="0">
                        <a:latin typeface="Cambria Math" panose="02040503050406030204" pitchFamily="18" charset="0"/>
                        <a:ea typeface="Lato" panose="020F0502020204030203" pitchFamily="34" charset="0"/>
                        <a:cs typeface="Lato" panose="020F0502020204030203" pitchFamily="34" charset="0"/>
                      </a:rPr>
                      <m:t> </m:t>
                    </m:r>
                    <m:sSub>
                      <m:sSubPr>
                        <m:ctrlPr>
                          <a:rPr lang="pt-BR" sz="1200" i="1" dirty="0">
                            <a:latin typeface="Cambria Math" panose="02040503050406030204" pitchFamily="18" charset="0"/>
                            <a:ea typeface="Lato" panose="020F0502020204030203" pitchFamily="34" charset="0"/>
                            <a:cs typeface="Lato" panose="020F0502020204030203" pitchFamily="34" charset="0"/>
                          </a:rPr>
                        </m:ctrlPr>
                      </m:sSubPr>
                      <m:e>
                        <m:r>
                          <m:rPr>
                            <m:sty m:val="p"/>
                          </m:rPr>
                          <a:rPr lang="pt-BR" sz="1200" dirty="0">
                            <a:latin typeface="Cambria Math" panose="02040503050406030204" pitchFamily="18" charset="0"/>
                            <a:ea typeface="Lato" panose="020F0502020204030203" pitchFamily="34" charset="0"/>
                            <a:cs typeface="Lato" panose="020F0502020204030203" pitchFamily="34" charset="0"/>
                          </a:rPr>
                          <m:t>p</m:t>
                        </m:r>
                      </m:e>
                      <m:sub>
                        <m:r>
                          <a:rPr lang="pt-BR" sz="1200" dirty="0">
                            <a:latin typeface="Cambria Math" panose="02040503050406030204" pitchFamily="18" charset="0"/>
                            <a:ea typeface="Lato" panose="020F0502020204030203" pitchFamily="34" charset="0"/>
                            <a:cs typeface="Lato" panose="020F0502020204030203" pitchFamily="34" charset="0"/>
                          </a:rPr>
                          <m:t>1</m:t>
                        </m:r>
                      </m:sub>
                    </m:sSub>
                    <m:d>
                      <m:dPr>
                        <m:ctrlPr>
                          <a:rPr lang="pt-BR" sz="1200" i="1" dirty="0">
                            <a:latin typeface="Cambria Math" panose="02040503050406030204" pitchFamily="18" charset="0"/>
                            <a:ea typeface="Lato" panose="020F0502020204030203" pitchFamily="34" charset="0"/>
                            <a:cs typeface="Lato" panose="020F0502020204030203" pitchFamily="34" charset="0"/>
                          </a:rPr>
                        </m:ctrlPr>
                      </m:dPr>
                      <m:e>
                        <m:sSub>
                          <m:sSubPr>
                            <m:ctrlPr>
                              <a:rPr lang="pt-BR" sz="1200" i="1" dirty="0">
                                <a:latin typeface="Cambria Math" panose="02040503050406030204" pitchFamily="18" charset="0"/>
                                <a:ea typeface="Lato" panose="020F0502020204030203" pitchFamily="34" charset="0"/>
                                <a:cs typeface="Lato" panose="020F0502020204030203" pitchFamily="34" charset="0"/>
                              </a:rPr>
                            </m:ctrlPr>
                          </m:sSubPr>
                          <m:e>
                            <m:r>
                              <m:rPr>
                                <m:sty m:val="p"/>
                              </m:rPr>
                              <a:rPr lang="pt-BR" sz="1200" dirty="0">
                                <a:latin typeface="Cambria Math" panose="02040503050406030204" pitchFamily="18" charset="0"/>
                                <a:ea typeface="Lato" panose="020F0502020204030203" pitchFamily="34" charset="0"/>
                                <a:cs typeface="Lato" panose="020F0502020204030203" pitchFamily="34" charset="0"/>
                              </a:rPr>
                              <m:t>T</m:t>
                            </m:r>
                          </m:e>
                          <m:sub>
                            <m:r>
                              <a:rPr lang="pt-BR" sz="1200" dirty="0">
                                <a:latin typeface="Cambria Math" panose="02040503050406030204" pitchFamily="18" charset="0"/>
                                <a:ea typeface="Lato" panose="020F0502020204030203" pitchFamily="34" charset="0"/>
                                <a:cs typeface="Lato" panose="020F0502020204030203" pitchFamily="34" charset="0"/>
                              </a:rPr>
                              <m:t>1</m:t>
                            </m:r>
                          </m:sub>
                        </m:sSub>
                      </m:e>
                    </m:d>
                    <m:r>
                      <a:rPr lang="en-US" sz="1200" dirty="0">
                        <a:latin typeface="Cambria Math" panose="02040503050406030204" pitchFamily="18" charset="0"/>
                        <a:ea typeface="Lato" panose="020F0502020204030203" pitchFamily="34" charset="0"/>
                        <a:cs typeface="Lato" panose="020F0502020204030203" pitchFamily="34" charset="0"/>
                      </a:rPr>
                      <m:t>=</m:t>
                    </m:r>
                    <m:sSub>
                      <m:sSubPr>
                        <m:ctrlPr>
                          <a:rPr lang="en-US" sz="1200" i="1" dirty="0">
                            <a:latin typeface="Cambria Math" panose="02040503050406030204" pitchFamily="18" charset="0"/>
                            <a:ea typeface="Lato" panose="020F0502020204030203" pitchFamily="34" charset="0"/>
                            <a:cs typeface="Lato" panose="020F0502020204030203" pitchFamily="34" charset="0"/>
                          </a:rPr>
                        </m:ctrlPr>
                      </m:sSubPr>
                      <m:e>
                        <m:r>
                          <m:rPr>
                            <m:sty m:val="p"/>
                          </m:rPr>
                          <a:rPr lang="en-US" sz="1200" dirty="0">
                            <a:latin typeface="Cambria Math" panose="02040503050406030204" pitchFamily="18" charset="0"/>
                            <a:ea typeface="Lato" panose="020F0502020204030203" pitchFamily="34" charset="0"/>
                            <a:cs typeface="Lato" panose="020F0502020204030203" pitchFamily="34" charset="0"/>
                          </a:rPr>
                          <m:t>p</m:t>
                        </m:r>
                      </m:e>
                      <m:sub>
                        <m:r>
                          <m:rPr>
                            <m:sty m:val="p"/>
                          </m:rPr>
                          <a:rPr lang="en-US" sz="1200" dirty="0">
                            <a:latin typeface="Cambria Math" panose="02040503050406030204" pitchFamily="18" charset="0"/>
                            <a:ea typeface="Lato" panose="020F0502020204030203" pitchFamily="34" charset="0"/>
                            <a:cs typeface="Lato" panose="020F0502020204030203" pitchFamily="34" charset="0"/>
                          </a:rPr>
                          <m:t>pick</m:t>
                        </m:r>
                      </m:sub>
                    </m:sSub>
                  </m:oMath>
                </a14:m>
                <a:endParaRPr lang="en-US" dirty="0"/>
              </a:p>
            </p:txBody>
          </p:sp>
        </mc:Choice>
        <mc:Fallback xmlns="">
          <p:sp>
            <p:nvSpPr>
              <p:cNvPr id="20" name="TextBox 19">
                <a:extLst>
                  <a:ext uri="{FF2B5EF4-FFF2-40B4-BE49-F238E27FC236}">
                    <a16:creationId xmlns:a16="http://schemas.microsoft.com/office/drawing/2014/main" id="{07F78401-8F06-0BDB-9154-17E04DF5A0DA}"/>
                  </a:ext>
                </a:extLst>
              </p:cNvPr>
              <p:cNvSpPr txBox="1">
                <a:spLocks noRot="1" noChangeAspect="1" noMove="1" noResize="1" noEditPoints="1" noAdjustHandles="1" noChangeArrowheads="1" noChangeShapeType="1" noTextEdit="1"/>
              </p:cNvSpPr>
              <p:nvPr/>
            </p:nvSpPr>
            <p:spPr>
              <a:xfrm>
                <a:off x="5533579" y="2634326"/>
                <a:ext cx="3375344" cy="331373"/>
              </a:xfrm>
              <a:prstGeom prst="rect">
                <a:avLst/>
              </a:prstGeom>
              <a:blipFill>
                <a:blip r:embed="rId9"/>
                <a:stretch>
                  <a:fillRect b="-3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53BF261-9E2A-BF4C-F756-91F935487EA1}"/>
                  </a:ext>
                </a:extLst>
              </p:cNvPr>
              <p:cNvSpPr txBox="1"/>
              <p:nvPr/>
            </p:nvSpPr>
            <p:spPr>
              <a:xfrm>
                <a:off x="5768656" y="6081967"/>
                <a:ext cx="3375344" cy="320793"/>
              </a:xfrm>
              <a:prstGeom prst="rect">
                <a:avLst/>
              </a:prstGeom>
              <a:noFill/>
            </p:spPr>
            <p:txBody>
              <a:bodyPr wrap="square" rtlCol="0">
                <a:spAutoFit/>
              </a:bodyPr>
              <a:lstStyle/>
              <a:p>
                <a:pPr lvl="1"/>
                <a14:m>
                  <m:oMathPara xmlns:m="http://schemas.openxmlformats.org/officeDocument/2006/math">
                    <m:oMathParaPr>
                      <m:jc m:val="centerGroup"/>
                    </m:oMathParaPr>
                    <m:oMath xmlns:m="http://schemas.openxmlformats.org/officeDocument/2006/math">
                      <m:sSub>
                        <m:sSubPr>
                          <m:ctrlPr>
                            <a:rPr lang="pt-BR" sz="1200" i="1" dirty="0">
                              <a:latin typeface="Cambria Math" panose="02040503050406030204" pitchFamily="18" charset="0"/>
                              <a:ea typeface="Lato" panose="020F0502020204030203" pitchFamily="34" charset="0"/>
                              <a:cs typeface="Lato" panose="020F0502020204030203" pitchFamily="34" charset="0"/>
                            </a:rPr>
                          </m:ctrlPr>
                        </m:sSubPr>
                        <m:e>
                          <m:r>
                            <m:rPr>
                              <m:sty m:val="p"/>
                            </m:rPr>
                            <a:rPr lang="pt-BR" sz="1200" i="1" dirty="0">
                              <a:latin typeface="Cambria Math" panose="02040503050406030204" pitchFamily="18" charset="0"/>
                              <a:ea typeface="Lato" panose="020F0502020204030203" pitchFamily="34" charset="0"/>
                              <a:cs typeface="Lato" panose="020F0502020204030203" pitchFamily="34" charset="0"/>
                            </a:rPr>
                            <m:t>p</m:t>
                          </m:r>
                        </m:e>
                        <m:sub>
                          <m:r>
                            <a:rPr lang="en-US" sz="1200" i="1" dirty="0">
                              <a:latin typeface="Cambria Math" panose="02040503050406030204" pitchFamily="18" charset="0"/>
                              <a:ea typeface="Lato" panose="020F0502020204030203" pitchFamily="34" charset="0"/>
                              <a:cs typeface="Lato" panose="020F0502020204030203" pitchFamily="34" charset="0"/>
                            </a:rPr>
                            <m:t>2</m:t>
                          </m:r>
                        </m:sub>
                      </m:sSub>
                      <m:d>
                        <m:dPr>
                          <m:ctrlPr>
                            <a:rPr lang="pt-BR" sz="1200" i="1" dirty="0">
                              <a:latin typeface="Cambria Math" panose="02040503050406030204" pitchFamily="18" charset="0"/>
                              <a:ea typeface="Lato" panose="020F0502020204030203" pitchFamily="34" charset="0"/>
                              <a:cs typeface="Lato" panose="020F0502020204030203" pitchFamily="34" charset="0"/>
                            </a:rPr>
                          </m:ctrlPr>
                        </m:dPr>
                        <m:e>
                          <m:sSub>
                            <m:sSubPr>
                              <m:ctrlPr>
                                <a:rPr lang="pt-BR" sz="1200" i="1" dirty="0">
                                  <a:latin typeface="Cambria Math" panose="02040503050406030204" pitchFamily="18" charset="0"/>
                                  <a:ea typeface="Lato" panose="020F0502020204030203" pitchFamily="34" charset="0"/>
                                  <a:cs typeface="Lato" panose="020F0502020204030203" pitchFamily="34" charset="0"/>
                                </a:rPr>
                              </m:ctrlPr>
                            </m:sSubPr>
                            <m:e>
                              <m:r>
                                <m:rPr>
                                  <m:sty m:val="p"/>
                                </m:rPr>
                                <a:rPr lang="pt-BR" sz="1200" i="1" dirty="0">
                                  <a:latin typeface="Cambria Math" panose="02040503050406030204" pitchFamily="18" charset="0"/>
                                  <a:ea typeface="Lato" panose="020F0502020204030203" pitchFamily="34" charset="0"/>
                                  <a:cs typeface="Lato" panose="020F0502020204030203" pitchFamily="34" charset="0"/>
                                </a:rPr>
                                <m:t>T</m:t>
                              </m:r>
                            </m:e>
                            <m:sub>
                              <m:r>
                                <a:rPr lang="en-US" sz="1200" i="1" dirty="0">
                                  <a:latin typeface="Cambria Math" panose="02040503050406030204" pitchFamily="18" charset="0"/>
                                  <a:ea typeface="Lato" panose="020F0502020204030203" pitchFamily="34" charset="0"/>
                                  <a:cs typeface="Lato" panose="020F0502020204030203" pitchFamily="34" charset="0"/>
                                </a:rPr>
                                <m:t>2</m:t>
                              </m:r>
                            </m:sub>
                          </m:sSub>
                        </m:e>
                      </m:d>
                      <m:r>
                        <a:rPr lang="en-US" sz="1200" dirty="0">
                          <a:latin typeface="Cambria Math" panose="02040503050406030204" pitchFamily="18" charset="0"/>
                          <a:ea typeface="Lato" panose="020F0502020204030203" pitchFamily="34" charset="0"/>
                          <a:cs typeface="Lato" panose="020F0502020204030203" pitchFamily="34" charset="0"/>
                        </a:rPr>
                        <m:t>=</m:t>
                      </m:r>
                      <m:sSub>
                        <m:sSubPr>
                          <m:ctrlPr>
                            <a:rPr lang="en-US" sz="1200" i="1" dirty="0">
                              <a:latin typeface="Cambria Math" panose="02040503050406030204" pitchFamily="18" charset="0"/>
                              <a:ea typeface="Lato" panose="020F0502020204030203" pitchFamily="34" charset="0"/>
                              <a:cs typeface="Lato" panose="020F0502020204030203" pitchFamily="34" charset="0"/>
                            </a:rPr>
                          </m:ctrlPr>
                        </m:sSubPr>
                        <m:e>
                          <m:r>
                            <m:rPr>
                              <m:sty m:val="p"/>
                            </m:rPr>
                            <a:rPr lang="en-US" sz="1200" i="1" dirty="0">
                              <a:latin typeface="Cambria Math" panose="02040503050406030204" pitchFamily="18" charset="0"/>
                              <a:ea typeface="Lato" panose="020F0502020204030203" pitchFamily="34" charset="0"/>
                              <a:cs typeface="Lato" panose="020F0502020204030203" pitchFamily="34" charset="0"/>
                            </a:rPr>
                            <m:t>p</m:t>
                          </m:r>
                        </m:e>
                        <m:sub>
                          <m:r>
                            <a:rPr lang="en-US" sz="1200" i="1" dirty="0">
                              <a:latin typeface="Cambria Math" panose="02040503050406030204" pitchFamily="18" charset="0"/>
                              <a:ea typeface="Lato" panose="020F0502020204030203" pitchFamily="34" charset="0"/>
                              <a:cs typeface="Lato" panose="020F0502020204030203" pitchFamily="34" charset="0"/>
                            </a:rPr>
                            <m:t>𝐹</m:t>
                          </m:r>
                        </m:sub>
                      </m:sSub>
                      <m:r>
                        <a:rPr lang="en-US" sz="1200" dirty="0">
                          <a:latin typeface="Cambria Math" panose="02040503050406030204" pitchFamily="18" charset="0"/>
                          <a:ea typeface="Lato" panose="020F0502020204030203" pitchFamily="34" charset="0"/>
                          <a:cs typeface="Lato" panose="020F0502020204030203" pitchFamily="34" charset="0"/>
                        </a:rPr>
                        <m:t>, </m:t>
                      </m:r>
                      <m:sSubSup>
                        <m:sSubSupPr>
                          <m:ctrlPr>
                            <a:rPr lang="pt-BR" sz="1200" i="1" dirty="0">
                              <a:latin typeface="Cambria Math" panose="02040503050406030204" pitchFamily="18" charset="0"/>
                              <a:ea typeface="Lato" panose="020F0502020204030203" pitchFamily="34" charset="0"/>
                              <a:cs typeface="Lato" panose="020F0502020204030203" pitchFamily="34" charset="0"/>
                            </a:rPr>
                          </m:ctrlPr>
                        </m:sSubSupPr>
                        <m:e>
                          <m:r>
                            <m:rPr>
                              <m:sty m:val="p"/>
                            </m:rPr>
                            <a:rPr lang="en-US" sz="1200" i="1" dirty="0">
                              <a:latin typeface="Cambria Math" panose="02040503050406030204" pitchFamily="18" charset="0"/>
                              <a:ea typeface="Lato" panose="020F0502020204030203" pitchFamily="34" charset="0"/>
                              <a:cs typeface="Lato" panose="020F0502020204030203" pitchFamily="34" charset="0"/>
                            </a:rPr>
                            <m:t>p</m:t>
                          </m:r>
                        </m:e>
                        <m:sub>
                          <m:r>
                            <a:rPr lang="pt-BR" sz="1200" i="1" dirty="0">
                              <a:latin typeface="Cambria Math" panose="02040503050406030204" pitchFamily="18" charset="0"/>
                              <a:ea typeface="Lato" panose="020F0502020204030203" pitchFamily="34" charset="0"/>
                              <a:cs typeface="Lato" panose="020F0502020204030203" pitchFamily="34" charset="0"/>
                            </a:rPr>
                            <m:t>2</m:t>
                          </m:r>
                        </m:sub>
                        <m:sup>
                          <m:d>
                            <m:dPr>
                              <m:ctrlPr>
                                <a:rPr lang="pt-BR" sz="1200" i="1" dirty="0">
                                  <a:latin typeface="Cambria Math" panose="02040503050406030204" pitchFamily="18" charset="0"/>
                                  <a:ea typeface="Lato" panose="020F0502020204030203" pitchFamily="34" charset="0"/>
                                  <a:cs typeface="Lato" panose="020F0502020204030203" pitchFamily="34" charset="0"/>
                                </a:rPr>
                              </m:ctrlPr>
                            </m:dPr>
                            <m:e>
                              <m:r>
                                <a:rPr lang="pt-BR" sz="1200" i="1" dirty="0">
                                  <a:latin typeface="Cambria Math" panose="02040503050406030204" pitchFamily="18" charset="0"/>
                                  <a:ea typeface="Lato" panose="020F0502020204030203" pitchFamily="34" charset="0"/>
                                  <a:cs typeface="Lato" panose="020F0502020204030203" pitchFamily="34" charset="0"/>
                                </a:rPr>
                                <m:t>𝑟</m:t>
                              </m:r>
                            </m:e>
                          </m:d>
                        </m:sup>
                      </m:sSubSup>
                      <m:d>
                        <m:dPr>
                          <m:ctrlPr>
                            <a:rPr lang="pt-BR" sz="1200" i="1" dirty="0">
                              <a:latin typeface="Cambria Math" panose="02040503050406030204" pitchFamily="18" charset="0"/>
                              <a:ea typeface="Lato" panose="020F0502020204030203" pitchFamily="34" charset="0"/>
                              <a:cs typeface="Lato" panose="020F0502020204030203" pitchFamily="34" charset="0"/>
                            </a:rPr>
                          </m:ctrlPr>
                        </m:dPr>
                        <m:e>
                          <m:sSub>
                            <m:sSubPr>
                              <m:ctrlPr>
                                <a:rPr lang="pt-BR" sz="1200" i="1" dirty="0">
                                  <a:latin typeface="Cambria Math" panose="02040503050406030204" pitchFamily="18" charset="0"/>
                                  <a:ea typeface="Lato" panose="020F0502020204030203" pitchFamily="34" charset="0"/>
                                  <a:cs typeface="Lato" panose="020F0502020204030203" pitchFamily="34" charset="0"/>
                                </a:rPr>
                              </m:ctrlPr>
                            </m:sSubPr>
                            <m:e>
                              <m:r>
                                <a:rPr lang="pt-BR" sz="1200" i="1" dirty="0">
                                  <a:latin typeface="Cambria Math" panose="02040503050406030204" pitchFamily="18" charset="0"/>
                                  <a:ea typeface="Lato" panose="020F0502020204030203" pitchFamily="34" charset="0"/>
                                  <a:cs typeface="Lato" panose="020F0502020204030203" pitchFamily="34" charset="0"/>
                                </a:rPr>
                                <m:t>𝑇</m:t>
                              </m:r>
                            </m:e>
                            <m:sub>
                              <m:r>
                                <a:rPr lang="pt-BR" sz="1200" i="1" dirty="0">
                                  <a:latin typeface="Cambria Math" panose="02040503050406030204" pitchFamily="18" charset="0"/>
                                  <a:ea typeface="Lato" panose="020F0502020204030203" pitchFamily="34" charset="0"/>
                                  <a:cs typeface="Lato" panose="020F0502020204030203" pitchFamily="34" charset="0"/>
                                </a:rPr>
                                <m:t>2</m:t>
                              </m:r>
                            </m:sub>
                          </m:sSub>
                        </m:e>
                      </m:d>
                      <m:r>
                        <a:rPr lang="pt-BR" sz="1200" i="1" dirty="0">
                          <a:latin typeface="Cambria Math" panose="02040503050406030204" pitchFamily="18" charset="0"/>
                          <a:ea typeface="Lato" panose="020F0502020204030203" pitchFamily="34" charset="0"/>
                          <a:cs typeface="Lato" panose="020F0502020204030203" pitchFamily="34" charset="0"/>
                        </a:rPr>
                        <m:t>=0</m:t>
                      </m:r>
                    </m:oMath>
                  </m:oMathPara>
                </a14:m>
                <a:endParaRPr lang="en-US" dirty="0"/>
              </a:p>
            </p:txBody>
          </p:sp>
        </mc:Choice>
        <mc:Fallback xmlns="">
          <p:sp>
            <p:nvSpPr>
              <p:cNvPr id="21" name="TextBox 20">
                <a:extLst>
                  <a:ext uri="{FF2B5EF4-FFF2-40B4-BE49-F238E27FC236}">
                    <a16:creationId xmlns:a16="http://schemas.microsoft.com/office/drawing/2014/main" id="{153BF261-9E2A-BF4C-F756-91F935487EA1}"/>
                  </a:ext>
                </a:extLst>
              </p:cNvPr>
              <p:cNvSpPr txBox="1">
                <a:spLocks noRot="1" noChangeAspect="1" noMove="1" noResize="1" noEditPoints="1" noAdjustHandles="1" noChangeArrowheads="1" noChangeShapeType="1" noTextEdit="1"/>
              </p:cNvSpPr>
              <p:nvPr/>
            </p:nvSpPr>
            <p:spPr>
              <a:xfrm>
                <a:off x="5768656" y="6081967"/>
                <a:ext cx="3375344" cy="320793"/>
              </a:xfrm>
              <a:prstGeom prst="rect">
                <a:avLst/>
              </a:prstGeom>
              <a:blipFill>
                <a:blip r:embed="rId10"/>
                <a:stretch>
                  <a:fillRect/>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CEE10CDB-235B-82AC-9208-746017DB6BC8}"/>
              </a:ext>
            </a:extLst>
          </p:cNvPr>
          <p:cNvSpPr txBox="1"/>
          <p:nvPr/>
        </p:nvSpPr>
        <p:spPr>
          <a:xfrm>
            <a:off x="8486442" y="4985139"/>
            <a:ext cx="833451" cy="276999"/>
          </a:xfrm>
          <a:prstGeom prst="rect">
            <a:avLst/>
          </a:prstGeom>
          <a:noFill/>
        </p:spPr>
        <p:txBody>
          <a:bodyPr wrap="square" rtlCol="0">
            <a:spAutoFit/>
          </a:bodyPr>
          <a:lstStyle/>
          <a:p>
            <a:r>
              <a:rPr lang="en-US" sz="1200" dirty="0">
                <a:latin typeface="Lato "/>
              </a:rPr>
              <a:t>GĐ 3</a:t>
            </a:r>
          </a:p>
        </p:txBody>
      </p:sp>
      <p:sp>
        <p:nvSpPr>
          <p:cNvPr id="28" name="TextBox 27">
            <a:extLst>
              <a:ext uri="{FF2B5EF4-FFF2-40B4-BE49-F238E27FC236}">
                <a16:creationId xmlns:a16="http://schemas.microsoft.com/office/drawing/2014/main" id="{819412DA-CC0D-8DAF-B0EE-707405B739F0}"/>
              </a:ext>
            </a:extLst>
          </p:cNvPr>
          <p:cNvSpPr txBox="1"/>
          <p:nvPr/>
        </p:nvSpPr>
        <p:spPr>
          <a:xfrm>
            <a:off x="8486443" y="3320146"/>
            <a:ext cx="833451" cy="276999"/>
          </a:xfrm>
          <a:prstGeom prst="rect">
            <a:avLst/>
          </a:prstGeom>
          <a:noFill/>
        </p:spPr>
        <p:txBody>
          <a:bodyPr wrap="square" rtlCol="0">
            <a:spAutoFit/>
          </a:bodyPr>
          <a:lstStyle/>
          <a:p>
            <a:r>
              <a:rPr lang="en-US" sz="1200" dirty="0">
                <a:latin typeface="Lato "/>
              </a:rPr>
              <a:t>GĐ 2</a:t>
            </a:r>
          </a:p>
        </p:txBody>
      </p:sp>
      <p:sp>
        <p:nvSpPr>
          <p:cNvPr id="29" name="TextBox 28">
            <a:extLst>
              <a:ext uri="{FF2B5EF4-FFF2-40B4-BE49-F238E27FC236}">
                <a16:creationId xmlns:a16="http://schemas.microsoft.com/office/drawing/2014/main" id="{53E9C814-C64A-E16C-C46E-EB21ABEECA6D}"/>
              </a:ext>
            </a:extLst>
          </p:cNvPr>
          <p:cNvSpPr txBox="1"/>
          <p:nvPr/>
        </p:nvSpPr>
        <p:spPr>
          <a:xfrm>
            <a:off x="8486441" y="1595862"/>
            <a:ext cx="833451" cy="276999"/>
          </a:xfrm>
          <a:prstGeom prst="rect">
            <a:avLst/>
          </a:prstGeom>
          <a:noFill/>
        </p:spPr>
        <p:txBody>
          <a:bodyPr wrap="square" rtlCol="0">
            <a:spAutoFit/>
          </a:bodyPr>
          <a:lstStyle/>
          <a:p>
            <a:r>
              <a:rPr lang="en-US" sz="1200" dirty="0">
                <a:latin typeface="Lato "/>
              </a:rPr>
              <a:t>GĐ 1</a:t>
            </a:r>
          </a:p>
        </p:txBody>
      </p:sp>
      <p:sp>
        <p:nvSpPr>
          <p:cNvPr id="30" name="TextBox 29">
            <a:extLst>
              <a:ext uri="{FF2B5EF4-FFF2-40B4-BE49-F238E27FC236}">
                <a16:creationId xmlns:a16="http://schemas.microsoft.com/office/drawing/2014/main" id="{5C702244-475B-C3E3-7F3B-106C57A60444}"/>
              </a:ext>
            </a:extLst>
          </p:cNvPr>
          <p:cNvSpPr txBox="1"/>
          <p:nvPr/>
        </p:nvSpPr>
        <p:spPr>
          <a:xfrm>
            <a:off x="4572000" y="6507919"/>
            <a:ext cx="4621161" cy="215444"/>
          </a:xfrm>
          <a:prstGeom prst="rect">
            <a:avLst/>
          </a:prstGeom>
          <a:noFill/>
        </p:spPr>
        <p:txBody>
          <a:bodyPr wrap="square" rtlCol="0">
            <a:spAutoFit/>
          </a:bodyPr>
          <a:lstStyle/>
          <a:p>
            <a:r>
              <a:rPr lang="en-US" sz="800" dirty="0" err="1"/>
              <a:t>Nguồn</a:t>
            </a:r>
            <a:r>
              <a:rPr lang="en-US" sz="800" dirty="0"/>
              <a:t> </a:t>
            </a:r>
            <a:r>
              <a:rPr lang="en-US" sz="800" dirty="0" err="1"/>
              <a:t>hình</a:t>
            </a:r>
            <a:r>
              <a:rPr lang="en-US" sz="800" dirty="0"/>
              <a:t> </a:t>
            </a:r>
            <a:r>
              <a:rPr lang="en-US" sz="800" dirty="0" err="1"/>
              <a:t>ảnh</a:t>
            </a:r>
            <a:r>
              <a:rPr lang="en-US" sz="800" dirty="0"/>
              <a:t> : https://hybrid-robotics.berkeley.edu/publications/IDETC2013.pdf</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3DCE028-F0F0-B8E4-C412-76A92ABEBAD2}"/>
                  </a:ext>
                </a:extLst>
              </p:cNvPr>
              <p:cNvSpPr txBox="1"/>
              <p:nvPr/>
            </p:nvSpPr>
            <p:spPr>
              <a:xfrm>
                <a:off x="5739127" y="3899911"/>
                <a:ext cx="3375344" cy="293542"/>
              </a:xfrm>
              <a:prstGeom prst="rect">
                <a:avLst/>
              </a:prstGeom>
              <a:noFill/>
            </p:spPr>
            <p:txBody>
              <a:bodyPr wrap="square" rtlCol="0">
                <a:spAutoFit/>
              </a:bodyPr>
              <a:lstStyle/>
              <a:p>
                <a:pPr lvl="1"/>
                <a14:m>
                  <m:oMathPara xmlns:m="http://schemas.openxmlformats.org/officeDocument/2006/math">
                    <m:oMathParaPr>
                      <m:jc m:val="centerGroup"/>
                    </m:oMathParaPr>
                    <m:oMath xmlns:m="http://schemas.openxmlformats.org/officeDocument/2006/math">
                      <m:sSub>
                        <m:sSubPr>
                          <m:ctrlPr>
                            <a:rPr lang="pt-BR" sz="1200" i="1" dirty="0">
                              <a:latin typeface="Cambria Math" panose="02040503050406030204" pitchFamily="18" charset="0"/>
                              <a:ea typeface="Lato" panose="020F0502020204030203" pitchFamily="34" charset="0"/>
                              <a:cs typeface="Lato" panose="020F0502020204030203" pitchFamily="34" charset="0"/>
                            </a:rPr>
                          </m:ctrlPr>
                        </m:sSubPr>
                        <m:e>
                          <m:r>
                            <m:rPr>
                              <m:sty m:val="p"/>
                            </m:rPr>
                            <a:rPr lang="pt-BR" sz="1200" dirty="0">
                              <a:latin typeface="Cambria Math" panose="02040503050406030204" pitchFamily="18" charset="0"/>
                              <a:ea typeface="Lato" panose="020F0502020204030203" pitchFamily="34" charset="0"/>
                              <a:cs typeface="Lato" panose="020F0502020204030203" pitchFamily="34" charset="0"/>
                            </a:rPr>
                            <m:t>p</m:t>
                          </m:r>
                        </m:e>
                        <m:sub>
                          <m:r>
                            <a:rPr lang="pt-BR" sz="1200" dirty="0">
                              <a:latin typeface="Cambria Math" panose="02040503050406030204" pitchFamily="18" charset="0"/>
                              <a:ea typeface="Lato" panose="020F0502020204030203" pitchFamily="34" charset="0"/>
                              <a:cs typeface="Lato" panose="020F0502020204030203" pitchFamily="34" charset="0"/>
                            </a:rPr>
                            <m:t>1</m:t>
                          </m:r>
                        </m:sub>
                      </m:sSub>
                      <m:d>
                        <m:dPr>
                          <m:ctrlPr>
                            <a:rPr lang="pt-BR" sz="1200" i="1" dirty="0">
                              <a:latin typeface="Cambria Math" panose="02040503050406030204" pitchFamily="18" charset="0"/>
                              <a:ea typeface="Lato" panose="020F0502020204030203" pitchFamily="34" charset="0"/>
                              <a:cs typeface="Lato" panose="020F0502020204030203" pitchFamily="34" charset="0"/>
                            </a:rPr>
                          </m:ctrlPr>
                        </m:dPr>
                        <m:e>
                          <m:sSub>
                            <m:sSubPr>
                              <m:ctrlPr>
                                <a:rPr lang="pt-BR" sz="1200" i="1" dirty="0">
                                  <a:latin typeface="Cambria Math" panose="02040503050406030204" pitchFamily="18" charset="0"/>
                                  <a:ea typeface="Lato" panose="020F0502020204030203" pitchFamily="34" charset="0"/>
                                  <a:cs typeface="Lato" panose="020F0502020204030203" pitchFamily="34" charset="0"/>
                                </a:rPr>
                              </m:ctrlPr>
                            </m:sSubPr>
                            <m:e>
                              <m:r>
                                <m:rPr>
                                  <m:sty m:val="p"/>
                                </m:rPr>
                                <a:rPr lang="pt-BR" sz="1200" dirty="0">
                                  <a:latin typeface="Cambria Math" panose="02040503050406030204" pitchFamily="18" charset="0"/>
                                  <a:ea typeface="Lato" panose="020F0502020204030203" pitchFamily="34" charset="0"/>
                                  <a:cs typeface="Lato" panose="020F0502020204030203" pitchFamily="34" charset="0"/>
                                </a:rPr>
                                <m:t>T</m:t>
                              </m:r>
                            </m:e>
                            <m:sub>
                              <m:r>
                                <a:rPr lang="pt-BR" sz="1200" dirty="0">
                                  <a:latin typeface="Cambria Math" panose="02040503050406030204" pitchFamily="18" charset="0"/>
                                  <a:ea typeface="Lato" panose="020F0502020204030203" pitchFamily="34" charset="0"/>
                                  <a:cs typeface="Lato" panose="020F0502020204030203" pitchFamily="34" charset="0"/>
                                </a:rPr>
                                <m:t>1</m:t>
                              </m:r>
                            </m:sub>
                          </m:sSub>
                        </m:e>
                      </m:d>
                      <m:r>
                        <a:rPr lang="en-US" sz="1200" dirty="0">
                          <a:latin typeface="Cambria Math" panose="02040503050406030204" pitchFamily="18" charset="0"/>
                          <a:ea typeface="Lato" panose="020F0502020204030203" pitchFamily="34" charset="0"/>
                          <a:cs typeface="Lato" panose="020F0502020204030203" pitchFamily="34" charset="0"/>
                        </a:rPr>
                        <m:t>=</m:t>
                      </m:r>
                      <m:sSub>
                        <m:sSubPr>
                          <m:ctrlPr>
                            <a:rPr lang="en-US" sz="1200" i="1" dirty="0">
                              <a:latin typeface="Cambria Math" panose="02040503050406030204" pitchFamily="18" charset="0"/>
                              <a:ea typeface="Lato" panose="020F0502020204030203" pitchFamily="34" charset="0"/>
                              <a:cs typeface="Lato" panose="020F0502020204030203" pitchFamily="34" charset="0"/>
                            </a:rPr>
                          </m:ctrlPr>
                        </m:sSubPr>
                        <m:e>
                          <m:r>
                            <m:rPr>
                              <m:sty m:val="p"/>
                            </m:rPr>
                            <a:rPr lang="en-US" sz="1200" dirty="0">
                              <a:latin typeface="Cambria Math" panose="02040503050406030204" pitchFamily="18" charset="0"/>
                              <a:ea typeface="Lato" panose="020F0502020204030203" pitchFamily="34" charset="0"/>
                              <a:cs typeface="Lato" panose="020F0502020204030203" pitchFamily="34" charset="0"/>
                            </a:rPr>
                            <m:t>p</m:t>
                          </m:r>
                        </m:e>
                        <m:sub>
                          <m:r>
                            <m:rPr>
                              <m:sty m:val="p"/>
                            </m:rPr>
                            <a:rPr lang="en-US" sz="1200" dirty="0">
                              <a:latin typeface="Cambria Math" panose="02040503050406030204" pitchFamily="18" charset="0"/>
                              <a:ea typeface="Lato" panose="020F0502020204030203" pitchFamily="34" charset="0"/>
                              <a:cs typeface="Lato" panose="020F0502020204030203" pitchFamily="34" charset="0"/>
                            </a:rPr>
                            <m:t>pick</m:t>
                          </m:r>
                        </m:sub>
                      </m:sSub>
                    </m:oMath>
                  </m:oMathPara>
                </a14:m>
                <a:endParaRPr lang="en-US" dirty="0"/>
              </a:p>
            </p:txBody>
          </p:sp>
        </mc:Choice>
        <mc:Fallback xmlns="">
          <p:sp>
            <p:nvSpPr>
              <p:cNvPr id="6" name="TextBox 5">
                <a:extLst>
                  <a:ext uri="{FF2B5EF4-FFF2-40B4-BE49-F238E27FC236}">
                    <a16:creationId xmlns:a16="http://schemas.microsoft.com/office/drawing/2014/main" id="{43DCE028-F0F0-B8E4-C412-76A92ABEBAD2}"/>
                  </a:ext>
                </a:extLst>
              </p:cNvPr>
              <p:cNvSpPr txBox="1">
                <a:spLocks noRot="1" noChangeAspect="1" noMove="1" noResize="1" noEditPoints="1" noAdjustHandles="1" noChangeArrowheads="1" noChangeShapeType="1" noTextEdit="1"/>
              </p:cNvSpPr>
              <p:nvPr/>
            </p:nvSpPr>
            <p:spPr>
              <a:xfrm>
                <a:off x="5739127" y="3899911"/>
                <a:ext cx="3375344" cy="293542"/>
              </a:xfrm>
              <a:prstGeom prst="rect">
                <a:avLst/>
              </a:prstGeom>
              <a:blipFill>
                <a:blip r:embed="rId11"/>
                <a:stretch>
                  <a:fillRect b="-2083"/>
                </a:stretch>
              </a:blipFill>
            </p:spPr>
            <p:txBody>
              <a:bodyPr/>
              <a:lstStyle/>
              <a:p>
                <a:r>
                  <a:rPr lang="en-US">
                    <a:noFill/>
                  </a:rPr>
                  <a:t> </a:t>
                </a:r>
              </a:p>
            </p:txBody>
          </p:sp>
        </mc:Fallback>
      </mc:AlternateContent>
    </p:spTree>
    <p:extLst>
      <p:ext uri="{BB962C8B-B14F-4D97-AF65-F5344CB8AC3E}">
        <p14:creationId xmlns:p14="http://schemas.microsoft.com/office/powerpoint/2010/main" val="4045587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F8ADF-F3E2-9E78-2CB6-60A136A0D3E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D6860D-A7AE-8C09-F80D-AC017F028296}"/>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52229F51-6F36-4759-810F-6DBA4928A527}"/>
              </a:ext>
            </a:extLst>
          </p:cNvPr>
          <p:cNvSpPr>
            <a:spLocks noGrp="1"/>
          </p:cNvSpPr>
          <p:nvPr>
            <p:ph type="title"/>
          </p:nvPr>
        </p:nvSpPr>
        <p:spPr/>
        <p:txBody>
          <a:bodyPr>
            <a:normAutofit fontScale="90000"/>
          </a:bodyPr>
          <a:lstStyle/>
          <a:p>
            <a:r>
              <a:rPr lang="vi-VN" dirty="0"/>
              <a:t>2. Phương pháp nghiên cứu</a:t>
            </a:r>
            <a:endParaRPr lang="en-US" dirty="0"/>
          </a:p>
        </p:txBody>
      </p:sp>
      <p:sp>
        <p:nvSpPr>
          <p:cNvPr id="8" name="TextBox 7">
            <a:extLst>
              <a:ext uri="{FF2B5EF4-FFF2-40B4-BE49-F238E27FC236}">
                <a16:creationId xmlns:a16="http://schemas.microsoft.com/office/drawing/2014/main" id="{D62773AB-406B-E60A-B256-78FB8FC2D580}"/>
              </a:ext>
            </a:extLst>
          </p:cNvPr>
          <p:cNvSpPr txBox="1"/>
          <p:nvPr/>
        </p:nvSpPr>
        <p:spPr>
          <a:xfrm>
            <a:off x="234949" y="1535906"/>
            <a:ext cx="8673974" cy="3361626"/>
          </a:xfrm>
          <a:prstGeom prst="rect">
            <a:avLst/>
          </a:prstGeom>
          <a:noFill/>
        </p:spPr>
        <p:txBody>
          <a:bodyPr wrap="square">
            <a:spAutoFit/>
          </a:bodyPr>
          <a:lstStyle/>
          <a:p>
            <a:pPr>
              <a:lnSpc>
                <a:spcPct val="150000"/>
              </a:lnSpc>
            </a:pPr>
            <a:endParaRPr lang="en-US" dirty="0">
              <a:latin typeface="Lato" panose="020F0502020204030203" pitchFamily="34" charset="0"/>
              <a:ea typeface="Lato" panose="020F0502020204030203" pitchFamily="34" charset="0"/>
              <a:cs typeface="Lato" panose="020F0502020204030203" pitchFamily="34" charset="0"/>
            </a:endParaRPr>
          </a:p>
          <a:p>
            <a:pPr>
              <a:lnSpc>
                <a:spcPct val="150000"/>
              </a:lnSpc>
            </a:pPr>
            <a:endParaRPr lang="en-US" dirty="0">
              <a:latin typeface="Lato" panose="020F0502020204030203" pitchFamily="34" charset="0"/>
              <a:ea typeface="Lato" panose="020F0502020204030203" pitchFamily="34" charset="0"/>
              <a:cs typeface="Lato" panose="020F0502020204030203" pitchFamily="34" charset="0"/>
            </a:endParaRPr>
          </a:p>
          <a:p>
            <a:pPr>
              <a:lnSpc>
                <a:spcPct val="150000"/>
              </a:lnSpc>
            </a:pPr>
            <a:endParaRPr lang="en-US" dirty="0">
              <a:latin typeface="Lato" panose="020F0502020204030203" pitchFamily="34" charset="0"/>
              <a:ea typeface="Lato" panose="020F0502020204030203" pitchFamily="34" charset="0"/>
              <a:cs typeface="Lato" panose="020F0502020204030203" pitchFamily="34" charset="0"/>
            </a:endParaRPr>
          </a:p>
          <a:p>
            <a:pPr>
              <a:lnSpc>
                <a:spcPct val="150000"/>
              </a:lnSpc>
            </a:pPr>
            <a:endParaRPr lang="en-US" dirty="0">
              <a:latin typeface="Lato" panose="020F0502020204030203" pitchFamily="34" charset="0"/>
              <a:ea typeface="Lato" panose="020F0502020204030203" pitchFamily="34" charset="0"/>
              <a:cs typeface="Lato" panose="020F0502020204030203" pitchFamily="34" charset="0"/>
            </a:endParaRPr>
          </a:p>
          <a:p>
            <a:pPr>
              <a:lnSpc>
                <a:spcPct val="150000"/>
              </a:lnSpc>
            </a:pPr>
            <a:r>
              <a:rPr lang="en-US" dirty="0" err="1">
                <a:latin typeface="Lato" panose="020F0502020204030203" pitchFamily="34" charset="0"/>
                <a:ea typeface="Lato" panose="020F0502020204030203" pitchFamily="34" charset="0"/>
                <a:cs typeface="Lato" panose="020F0502020204030203" pitchFamily="34" charset="0"/>
              </a:rPr>
              <a:t>Hàm</a:t>
            </a:r>
            <a:r>
              <a:rPr lang="en-US" dirty="0">
                <a:latin typeface="Lato" panose="020F0502020204030203" pitchFamily="34" charset="0"/>
                <a:ea typeface="Lato" panose="020F0502020204030203" pitchFamily="34" charset="0"/>
                <a:cs typeface="Lato" panose="020F0502020204030203" pitchFamily="34" charset="0"/>
              </a:rPr>
              <a:t> chi </a:t>
            </a:r>
            <a:r>
              <a:rPr lang="en-US" dirty="0" err="1">
                <a:latin typeface="Lato" panose="020F0502020204030203" pitchFamily="34" charset="0"/>
                <a:ea typeface="Lato" panose="020F0502020204030203" pitchFamily="34" charset="0"/>
                <a:cs typeface="Lato" panose="020F0502020204030203" pitchFamily="34" charset="0"/>
              </a:rPr>
              <a:t>phí</a:t>
            </a:r>
            <a:r>
              <a:rPr lang="en-US" dirty="0">
                <a:latin typeface="Lato" panose="020F0502020204030203" pitchFamily="34" charset="0"/>
                <a:ea typeface="Lato" panose="020F0502020204030203" pitchFamily="34" charset="0"/>
                <a:cs typeface="Lato" panose="020F0502020204030203" pitchFamily="34" charset="0"/>
              </a:rPr>
              <a:t> : </a:t>
            </a:r>
          </a:p>
          <a:p>
            <a:pPr>
              <a:lnSpc>
                <a:spcPct val="150000"/>
              </a:lnSpc>
            </a:pPr>
            <a:r>
              <a:rPr lang="en-US" dirty="0">
                <a:latin typeface="Lato" panose="020F0502020204030203" pitchFamily="34" charset="0"/>
                <a:ea typeface="Lato" panose="020F0502020204030203" pitchFamily="34" charset="0"/>
                <a:cs typeface="Lato" panose="020F0502020204030203" pitchFamily="34" charset="0"/>
              </a:rPr>
              <a:t>														(6)</a:t>
            </a:r>
          </a:p>
          <a:p>
            <a:pPr>
              <a:lnSpc>
                <a:spcPct val="150000"/>
              </a:lnSpc>
            </a:pPr>
            <a:r>
              <a:rPr lang="en-US" dirty="0" err="1">
                <a:latin typeface="Lato" panose="020F0502020204030203" pitchFamily="34" charset="0"/>
                <a:ea typeface="Lato" panose="020F0502020204030203" pitchFamily="34" charset="0"/>
                <a:cs typeface="Lato" panose="020F0502020204030203" pitchFamily="34" charset="0"/>
              </a:rPr>
              <a:t>Đưa</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về</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dạng</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bài</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toán</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tối</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ưu</a:t>
            </a:r>
            <a:r>
              <a:rPr lang="en-US" dirty="0">
                <a:latin typeface="Lato" panose="020F0502020204030203" pitchFamily="34" charset="0"/>
                <a:ea typeface="Lato" panose="020F0502020204030203" pitchFamily="34" charset="0"/>
                <a:cs typeface="Lato" panose="020F0502020204030203" pitchFamily="34" charset="0"/>
              </a:rPr>
              <a:t> QP: </a:t>
            </a:r>
          </a:p>
          <a:p>
            <a:pPr>
              <a:lnSpc>
                <a:spcPct val="150000"/>
              </a:lnSpc>
            </a:pPr>
            <a:r>
              <a:rPr lang="en-US" dirty="0">
                <a:latin typeface="Lato" panose="020F0502020204030203" pitchFamily="34" charset="0"/>
                <a:ea typeface="Lato" panose="020F0502020204030203" pitchFamily="34" charset="0"/>
                <a:cs typeface="Lato" panose="020F0502020204030203" pitchFamily="34" charset="0"/>
              </a:rPr>
              <a:t>														(7)</a:t>
            </a:r>
          </a:p>
        </p:txBody>
      </p:sp>
      <p:sp>
        <p:nvSpPr>
          <p:cNvPr id="5" name="Text Placeholder 3">
            <a:extLst>
              <a:ext uri="{FF2B5EF4-FFF2-40B4-BE49-F238E27FC236}">
                <a16:creationId xmlns:a16="http://schemas.microsoft.com/office/drawing/2014/main" id="{628FCB47-120C-E386-F11E-07DEB5DCD1B9}"/>
              </a:ext>
            </a:extLst>
          </p:cNvPr>
          <p:cNvSpPr txBox="1">
            <a:spLocks/>
          </p:cNvSpPr>
          <p:nvPr/>
        </p:nvSpPr>
        <p:spPr>
          <a:xfrm>
            <a:off x="234949" y="854301"/>
            <a:ext cx="8674100" cy="51493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200" dirty="0"/>
              <a:t>2.</a:t>
            </a:r>
            <a:r>
              <a:rPr lang="en-US" sz="2200" dirty="0"/>
              <a:t>3</a:t>
            </a:r>
            <a:r>
              <a:rPr lang="vi-VN" sz="2200" dirty="0"/>
              <a:t>. </a:t>
            </a:r>
            <a:r>
              <a:rPr lang="en-US" sz="2200" dirty="0" err="1"/>
              <a:t>Thiết</a:t>
            </a:r>
            <a:r>
              <a:rPr lang="en-US" sz="2200" dirty="0"/>
              <a:t> </a:t>
            </a:r>
            <a:r>
              <a:rPr lang="en-US" sz="2200" dirty="0" err="1"/>
              <a:t>kế</a:t>
            </a:r>
            <a:r>
              <a:rPr lang="en-US" sz="2200" dirty="0"/>
              <a:t> </a:t>
            </a:r>
            <a:r>
              <a:rPr lang="en-US" sz="2200" dirty="0" err="1"/>
              <a:t>quỹ</a:t>
            </a:r>
            <a:r>
              <a:rPr lang="en-US" sz="2200" dirty="0"/>
              <a:t> </a:t>
            </a:r>
            <a:r>
              <a:rPr lang="en-US" sz="2200" dirty="0" err="1"/>
              <a:t>đạo</a:t>
            </a:r>
            <a:r>
              <a:rPr lang="en-US" sz="2200" dirty="0"/>
              <a:t> </a:t>
            </a:r>
            <a:r>
              <a:rPr lang="en-US" sz="2200" dirty="0" err="1"/>
              <a:t>chuyển</a:t>
            </a:r>
            <a:r>
              <a:rPr lang="en-US" sz="2200" dirty="0"/>
              <a:t> </a:t>
            </a:r>
            <a:r>
              <a:rPr lang="en-US" sz="2200" dirty="0" err="1"/>
              <a:t>động</a:t>
            </a:r>
            <a:endParaRPr lang="vi-VN" sz="2200" dirty="0"/>
          </a:p>
        </p:txBody>
      </p:sp>
      <p:pic>
        <p:nvPicPr>
          <p:cNvPr id="11" name="Picture 10">
            <a:extLst>
              <a:ext uri="{FF2B5EF4-FFF2-40B4-BE49-F238E27FC236}">
                <a16:creationId xmlns:a16="http://schemas.microsoft.com/office/drawing/2014/main" id="{8BA86687-7A4C-1A41-22B5-49380FDBD86E}"/>
              </a:ext>
            </a:extLst>
          </p:cNvPr>
          <p:cNvPicPr>
            <a:picLocks noChangeAspect="1"/>
          </p:cNvPicPr>
          <p:nvPr/>
        </p:nvPicPr>
        <p:blipFill>
          <a:blip r:embed="rId3"/>
          <a:srcRect r="5204" b="11011"/>
          <a:stretch>
            <a:fillRect/>
          </a:stretch>
        </p:blipFill>
        <p:spPr>
          <a:xfrm>
            <a:off x="3210967" y="3368237"/>
            <a:ext cx="2638834" cy="809376"/>
          </a:xfrm>
          <a:prstGeom prst="rect">
            <a:avLst/>
          </a:prstGeom>
        </p:spPr>
      </p:pic>
      <p:pic>
        <p:nvPicPr>
          <p:cNvPr id="13" name="Picture 12">
            <a:extLst>
              <a:ext uri="{FF2B5EF4-FFF2-40B4-BE49-F238E27FC236}">
                <a16:creationId xmlns:a16="http://schemas.microsoft.com/office/drawing/2014/main" id="{6E277EEE-0DF5-756F-B60D-0AEF9F5C3362}"/>
              </a:ext>
            </a:extLst>
          </p:cNvPr>
          <p:cNvPicPr>
            <a:picLocks noChangeAspect="1"/>
          </p:cNvPicPr>
          <p:nvPr/>
        </p:nvPicPr>
        <p:blipFill>
          <a:blip r:embed="rId4"/>
          <a:stretch>
            <a:fillRect/>
          </a:stretch>
        </p:blipFill>
        <p:spPr>
          <a:xfrm>
            <a:off x="3624066" y="4363831"/>
            <a:ext cx="1895740" cy="724001"/>
          </a:xfrm>
          <a:prstGeom prst="rect">
            <a:avLst/>
          </a:prstGeom>
        </p:spPr>
      </p:pic>
      <p:sp>
        <p:nvSpPr>
          <p:cNvPr id="4" name="TextBox 3">
            <a:extLst>
              <a:ext uri="{FF2B5EF4-FFF2-40B4-BE49-F238E27FC236}">
                <a16:creationId xmlns:a16="http://schemas.microsoft.com/office/drawing/2014/main" id="{4492AC51-DD9F-6601-76D3-79EEE76F280B}"/>
              </a:ext>
            </a:extLst>
          </p:cNvPr>
          <p:cNvSpPr txBox="1"/>
          <p:nvPr/>
        </p:nvSpPr>
        <p:spPr>
          <a:xfrm>
            <a:off x="234949" y="1172467"/>
            <a:ext cx="8590871" cy="2031325"/>
          </a:xfrm>
          <a:prstGeom prst="rect">
            <a:avLst/>
          </a:prstGeom>
          <a:noFill/>
        </p:spPr>
        <p:txBody>
          <a:bodyPr wrap="square">
            <a:spAutoFit/>
          </a:bodyPr>
          <a:lstStyle/>
          <a:p>
            <a:pPr>
              <a:lnSpc>
                <a:spcPct val="150000"/>
              </a:lnSpc>
            </a:pPr>
            <a:r>
              <a:rPr lang="en-US" dirty="0" err="1">
                <a:latin typeface="Lato" panose="020F0502020204030203" pitchFamily="34" charset="0"/>
                <a:ea typeface="Lato" panose="020F0502020204030203" pitchFamily="34" charset="0"/>
                <a:cs typeface="Lato" panose="020F0502020204030203" pitchFamily="34" charset="0"/>
              </a:rPr>
              <a:t>Tối</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ưu</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quỹ</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đạo</a:t>
            </a:r>
            <a:r>
              <a:rPr lang="en-US" dirty="0">
                <a:latin typeface="Lato" panose="020F0502020204030203" pitchFamily="34" charset="0"/>
                <a:ea typeface="Lato" panose="020F0502020204030203" pitchFamily="34" charset="0"/>
                <a:cs typeface="Lato" panose="020F0502020204030203" pitchFamily="34" charset="0"/>
              </a:rPr>
              <a:t> :</a:t>
            </a:r>
          </a:p>
          <a:p>
            <a:pPr marL="285750" indent="-285750">
              <a:lnSpc>
                <a:spcPct val="150000"/>
              </a:lnSpc>
              <a:buFont typeface="Arial" panose="020B0604020202020204" pitchFamily="34" charset="0"/>
              <a:buChar char="•"/>
            </a:pPr>
            <a:r>
              <a:rPr lang="vi-VN" dirty="0">
                <a:latin typeface="Lato" panose="020F0502020204030203" pitchFamily="34" charset="0"/>
                <a:ea typeface="Lato" panose="020F0502020204030203" pitchFamily="34" charset="0"/>
                <a:cs typeface="Lato" panose="020F0502020204030203" pitchFamily="34" charset="0"/>
              </a:rPr>
              <a:t>Thiết kế quỹ đạo được đặt dưới dạng bài toán tối ưu.</a:t>
            </a:r>
            <a:endParaRPr lang="en-US" dirty="0">
              <a:latin typeface="Lato" panose="020F0502020204030203" pitchFamily="34" charset="0"/>
              <a:ea typeface="Lato" panose="020F0502020204030203" pitchFamily="34" charset="0"/>
              <a:cs typeface="Lato" panose="020F0502020204030203" pitchFamily="34" charset="0"/>
            </a:endParaRPr>
          </a:p>
          <a:p>
            <a:pPr marL="285750" indent="-285750">
              <a:lnSpc>
                <a:spcPct val="150000"/>
              </a:lnSpc>
              <a:buFont typeface="Arial" panose="020B0604020202020204" pitchFamily="34" charset="0"/>
              <a:buChar char="•"/>
            </a:pPr>
            <a:r>
              <a:rPr lang="vi-VN" dirty="0">
                <a:latin typeface="Lato" panose="020F0502020204030203" pitchFamily="34" charset="0"/>
                <a:ea typeface="Lato" panose="020F0502020204030203" pitchFamily="34" charset="0"/>
                <a:cs typeface="Lato" panose="020F0502020204030203" pitchFamily="34" charset="0"/>
              </a:rPr>
              <a:t>Chất lượng quỹ đạo được đánh giá thông qua hàm chi phí.</a:t>
            </a:r>
            <a:endParaRPr lang="en-US" dirty="0">
              <a:latin typeface="Lato" panose="020F0502020204030203" pitchFamily="34" charset="0"/>
              <a:ea typeface="Lato" panose="020F0502020204030203" pitchFamily="34" charset="0"/>
              <a:cs typeface="Lato" panose="020F0502020204030203" pitchFamily="34" charset="0"/>
            </a:endParaRPr>
          </a:p>
          <a:p>
            <a:pPr marL="285750" indent="-285750">
              <a:lnSpc>
                <a:spcPct val="150000"/>
              </a:lnSpc>
              <a:buFont typeface="Arial" panose="020B0604020202020204" pitchFamily="34" charset="0"/>
              <a:buChar char="•"/>
            </a:pPr>
            <a:r>
              <a:rPr lang="vi-VN" dirty="0">
                <a:latin typeface="Lato" panose="020F0502020204030203" pitchFamily="34" charset="0"/>
                <a:ea typeface="Lato" panose="020F0502020204030203" pitchFamily="34" charset="0"/>
                <a:cs typeface="Lato" panose="020F0502020204030203" pitchFamily="34" charset="0"/>
              </a:rPr>
              <a:t>Lựa chọn tiêu chí minimum-snap.</a:t>
            </a:r>
            <a:endParaRPr lang="en-US" dirty="0">
              <a:latin typeface="Lato" panose="020F0502020204030203" pitchFamily="34" charset="0"/>
              <a:ea typeface="Lato" panose="020F0502020204030203" pitchFamily="34" charset="0"/>
              <a:cs typeface="Lato" panose="020F0502020204030203" pitchFamily="34" charset="0"/>
            </a:endParaRPr>
          </a:p>
          <a:p>
            <a:endParaRPr lang="en-US"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069978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9114F-57D4-655D-0D71-FDAABB61A11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66BE2C-876D-96BB-40A5-8A78C3B99968}"/>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C8DEB0A2-938E-ED81-4282-B6B5B2AA6A9D}"/>
              </a:ext>
            </a:extLst>
          </p:cNvPr>
          <p:cNvSpPr>
            <a:spLocks noGrp="1"/>
          </p:cNvSpPr>
          <p:nvPr>
            <p:ph type="title"/>
          </p:nvPr>
        </p:nvSpPr>
        <p:spPr/>
        <p:txBody>
          <a:bodyPr>
            <a:normAutofit fontScale="90000"/>
          </a:bodyPr>
          <a:lstStyle/>
          <a:p>
            <a:r>
              <a:rPr lang="vi-VN" dirty="0"/>
              <a:t>2. Phương pháp nghiên cứu</a:t>
            </a:r>
            <a:endParaRPr lang="en-US" dirty="0"/>
          </a:p>
        </p:txBody>
      </p:sp>
      <p:pic>
        <p:nvPicPr>
          <p:cNvPr id="14" name="Picture 13">
            <a:extLst>
              <a:ext uri="{FF2B5EF4-FFF2-40B4-BE49-F238E27FC236}">
                <a16:creationId xmlns:a16="http://schemas.microsoft.com/office/drawing/2014/main" id="{3DB4D803-D7DB-B301-B78D-4552F2B0AE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687" y="3245376"/>
            <a:ext cx="3609033" cy="2841155"/>
          </a:xfrm>
          <a:prstGeom prst="rect">
            <a:avLst/>
          </a:prstGeom>
        </p:spPr>
      </p:pic>
      <p:pic>
        <p:nvPicPr>
          <p:cNvPr id="16" name="Picture 15">
            <a:extLst>
              <a:ext uri="{FF2B5EF4-FFF2-40B4-BE49-F238E27FC236}">
                <a16:creationId xmlns:a16="http://schemas.microsoft.com/office/drawing/2014/main" id="{108C5C6C-4BE2-29BA-48AF-085BB9EE73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21936" y="3245375"/>
            <a:ext cx="3549599" cy="2841156"/>
          </a:xfrm>
          <a:prstGeom prst="rect">
            <a:avLst/>
          </a:prstGeom>
        </p:spPr>
      </p:pic>
      <p:sp>
        <p:nvSpPr>
          <p:cNvPr id="19" name="TextBox 18">
            <a:extLst>
              <a:ext uri="{FF2B5EF4-FFF2-40B4-BE49-F238E27FC236}">
                <a16:creationId xmlns:a16="http://schemas.microsoft.com/office/drawing/2014/main" id="{4F8D17A3-3F27-73BC-9568-F29EEEB3DEBA}"/>
              </a:ext>
            </a:extLst>
          </p:cNvPr>
          <p:cNvSpPr txBox="1"/>
          <p:nvPr/>
        </p:nvSpPr>
        <p:spPr>
          <a:xfrm>
            <a:off x="2732330" y="6003698"/>
            <a:ext cx="3679212" cy="338554"/>
          </a:xfrm>
          <a:prstGeom prst="rect">
            <a:avLst/>
          </a:prstGeom>
          <a:noFill/>
        </p:spPr>
        <p:txBody>
          <a:bodyPr wrap="none" rtlCol="0">
            <a:spAutoFit/>
          </a:bodyPr>
          <a:lstStyle/>
          <a:p>
            <a:r>
              <a:rPr lang="en-US" sz="1600" dirty="0" err="1">
                <a:latin typeface="Lato "/>
              </a:rPr>
              <a:t>Quỹ</a:t>
            </a:r>
            <a:r>
              <a:rPr lang="en-US" sz="1600" dirty="0">
                <a:latin typeface="Lato "/>
              </a:rPr>
              <a:t> </a:t>
            </a:r>
            <a:r>
              <a:rPr lang="en-US" sz="1600" dirty="0" err="1">
                <a:latin typeface="Lato "/>
              </a:rPr>
              <a:t>đạo</a:t>
            </a:r>
            <a:r>
              <a:rPr lang="en-US" sz="1600" dirty="0">
                <a:latin typeface="Lato "/>
              </a:rPr>
              <a:t> </a:t>
            </a:r>
            <a:r>
              <a:rPr lang="en-US" sz="1600" dirty="0" err="1">
                <a:latin typeface="Lato "/>
              </a:rPr>
              <a:t>tối</a:t>
            </a:r>
            <a:r>
              <a:rPr lang="en-US" sz="1600" dirty="0">
                <a:latin typeface="Lato "/>
              </a:rPr>
              <a:t> </a:t>
            </a:r>
            <a:r>
              <a:rPr lang="en-US" sz="1600" dirty="0" err="1">
                <a:latin typeface="Lato "/>
              </a:rPr>
              <a:t>ưu</a:t>
            </a:r>
            <a:r>
              <a:rPr lang="en-US" sz="1600" dirty="0">
                <a:latin typeface="Lato "/>
              </a:rPr>
              <a:t> </a:t>
            </a:r>
            <a:r>
              <a:rPr lang="en-US" sz="1600" dirty="0" err="1">
                <a:latin typeface="Lato "/>
              </a:rPr>
              <a:t>minh</a:t>
            </a:r>
            <a:r>
              <a:rPr lang="en-US" sz="1600" dirty="0">
                <a:latin typeface="Lato "/>
              </a:rPr>
              <a:t> </a:t>
            </a:r>
            <a:r>
              <a:rPr lang="en-US" sz="1600" dirty="0" err="1">
                <a:latin typeface="Lato "/>
              </a:rPr>
              <a:t>họa</a:t>
            </a:r>
            <a:r>
              <a:rPr lang="en-US" sz="1600" dirty="0">
                <a:latin typeface="Lato "/>
              </a:rPr>
              <a:t> </a:t>
            </a:r>
            <a:r>
              <a:rPr lang="en-US" sz="1600" dirty="0" err="1">
                <a:latin typeface="Lato "/>
              </a:rPr>
              <a:t>trong</a:t>
            </a:r>
            <a:r>
              <a:rPr lang="en-US" sz="1600" dirty="0">
                <a:latin typeface="Lato "/>
              </a:rPr>
              <a:t> </a:t>
            </a:r>
            <a:r>
              <a:rPr lang="en-US" sz="1600" dirty="0" err="1">
                <a:latin typeface="Lato "/>
              </a:rPr>
              <a:t>bài</a:t>
            </a:r>
            <a:r>
              <a:rPr lang="en-US" sz="1600" dirty="0">
                <a:latin typeface="Lato "/>
              </a:rPr>
              <a:t> </a:t>
            </a:r>
            <a:r>
              <a:rPr lang="en-US" sz="1600" dirty="0" err="1">
                <a:latin typeface="Lato "/>
              </a:rPr>
              <a:t>báo</a:t>
            </a:r>
            <a:endParaRPr lang="vi-VN" sz="1600" dirty="0">
              <a:latin typeface="Lato "/>
            </a:endParaRPr>
          </a:p>
        </p:txBody>
      </p:sp>
      <p:sp>
        <p:nvSpPr>
          <p:cNvPr id="6" name="TextBox 5">
            <a:extLst>
              <a:ext uri="{FF2B5EF4-FFF2-40B4-BE49-F238E27FC236}">
                <a16:creationId xmlns:a16="http://schemas.microsoft.com/office/drawing/2014/main" id="{F3C9A312-EC09-A8B3-3D44-945184D2126A}"/>
              </a:ext>
            </a:extLst>
          </p:cNvPr>
          <p:cNvSpPr txBox="1"/>
          <p:nvPr/>
        </p:nvSpPr>
        <p:spPr>
          <a:xfrm>
            <a:off x="4572000" y="6507919"/>
            <a:ext cx="4621161" cy="215444"/>
          </a:xfrm>
          <a:prstGeom prst="rect">
            <a:avLst/>
          </a:prstGeom>
          <a:noFill/>
        </p:spPr>
        <p:txBody>
          <a:bodyPr wrap="square" rtlCol="0">
            <a:spAutoFit/>
          </a:bodyPr>
          <a:lstStyle/>
          <a:p>
            <a:r>
              <a:rPr lang="en-US" sz="800" dirty="0" err="1"/>
              <a:t>Nguồn</a:t>
            </a:r>
            <a:r>
              <a:rPr lang="en-US" sz="800" dirty="0"/>
              <a:t> </a:t>
            </a:r>
            <a:r>
              <a:rPr lang="en-US" sz="800" dirty="0" err="1"/>
              <a:t>hình</a:t>
            </a:r>
            <a:r>
              <a:rPr lang="en-US" sz="800" dirty="0"/>
              <a:t> </a:t>
            </a:r>
            <a:r>
              <a:rPr lang="en-US" sz="800" dirty="0" err="1"/>
              <a:t>ảnh</a:t>
            </a:r>
            <a:r>
              <a:rPr lang="en-US" sz="800" dirty="0"/>
              <a:t> : https://hybrid-robotics.berkeley.edu/publications/IDETC2013.pdf</a:t>
            </a:r>
          </a:p>
        </p:txBody>
      </p:sp>
      <p:sp>
        <p:nvSpPr>
          <p:cNvPr id="7" name="Text Placeholder 3">
            <a:extLst>
              <a:ext uri="{FF2B5EF4-FFF2-40B4-BE49-F238E27FC236}">
                <a16:creationId xmlns:a16="http://schemas.microsoft.com/office/drawing/2014/main" id="{F191EB42-8734-11E0-D4E6-16C56AF409E3}"/>
              </a:ext>
            </a:extLst>
          </p:cNvPr>
          <p:cNvSpPr txBox="1">
            <a:spLocks/>
          </p:cNvSpPr>
          <p:nvPr/>
        </p:nvSpPr>
        <p:spPr>
          <a:xfrm>
            <a:off x="234949" y="854301"/>
            <a:ext cx="8674100" cy="51493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200" dirty="0"/>
              <a:t>2.</a:t>
            </a:r>
            <a:r>
              <a:rPr lang="en-US" sz="2200" dirty="0"/>
              <a:t>3</a:t>
            </a:r>
            <a:r>
              <a:rPr lang="vi-VN" sz="2200" dirty="0"/>
              <a:t>. </a:t>
            </a:r>
            <a:r>
              <a:rPr lang="en-US" sz="2200" dirty="0" err="1"/>
              <a:t>Thiết</a:t>
            </a:r>
            <a:r>
              <a:rPr lang="en-US" sz="2200" dirty="0"/>
              <a:t> </a:t>
            </a:r>
            <a:r>
              <a:rPr lang="en-US" sz="2200" dirty="0" err="1"/>
              <a:t>kế</a:t>
            </a:r>
            <a:r>
              <a:rPr lang="en-US" sz="2200" dirty="0"/>
              <a:t> </a:t>
            </a:r>
            <a:r>
              <a:rPr lang="en-US" sz="2200" dirty="0" err="1"/>
              <a:t>quỹ</a:t>
            </a:r>
            <a:r>
              <a:rPr lang="en-US" sz="2200" dirty="0"/>
              <a:t> </a:t>
            </a:r>
            <a:r>
              <a:rPr lang="en-US" sz="2200" dirty="0" err="1"/>
              <a:t>đạo</a:t>
            </a:r>
            <a:r>
              <a:rPr lang="en-US" sz="2200" dirty="0"/>
              <a:t> </a:t>
            </a:r>
            <a:r>
              <a:rPr lang="en-US" sz="2200" dirty="0" err="1"/>
              <a:t>chuyển</a:t>
            </a:r>
            <a:r>
              <a:rPr lang="en-US" sz="2200" dirty="0"/>
              <a:t> </a:t>
            </a:r>
            <a:r>
              <a:rPr lang="en-US" sz="2200" dirty="0" err="1"/>
              <a:t>động</a:t>
            </a:r>
            <a:endParaRPr lang="vi-VN" sz="2200" dirty="0"/>
          </a:p>
        </p:txBody>
      </p:sp>
      <p:sp>
        <p:nvSpPr>
          <p:cNvPr id="9" name="TextBox 8">
            <a:extLst>
              <a:ext uri="{FF2B5EF4-FFF2-40B4-BE49-F238E27FC236}">
                <a16:creationId xmlns:a16="http://schemas.microsoft.com/office/drawing/2014/main" id="{61A4E223-DB01-BED3-2B47-3ED92892C4DE}"/>
              </a:ext>
            </a:extLst>
          </p:cNvPr>
          <p:cNvSpPr txBox="1"/>
          <p:nvPr/>
        </p:nvSpPr>
        <p:spPr>
          <a:xfrm>
            <a:off x="234949" y="1168939"/>
            <a:ext cx="8673974" cy="2115131"/>
          </a:xfrm>
          <a:prstGeom prst="rect">
            <a:avLst/>
          </a:prstGeom>
          <a:noFill/>
        </p:spPr>
        <p:txBody>
          <a:bodyPr wrap="square">
            <a:spAutoFit/>
          </a:bodyPr>
          <a:lstStyle/>
          <a:p>
            <a:pPr>
              <a:lnSpc>
                <a:spcPct val="150000"/>
              </a:lnSpc>
            </a:pPr>
            <a:r>
              <a:rPr lang="en-US" dirty="0" err="1">
                <a:latin typeface="Lato" panose="020F0502020204030203" pitchFamily="34" charset="0"/>
                <a:ea typeface="Lato" panose="020F0502020204030203" pitchFamily="34" charset="0"/>
                <a:cs typeface="Lato" panose="020F0502020204030203" pitchFamily="34" charset="0"/>
              </a:rPr>
              <a:t>Quỹ</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đạo</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mong</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muốn</a:t>
            </a:r>
            <a:r>
              <a:rPr lang="en-US" dirty="0">
                <a:latin typeface="Lato" panose="020F0502020204030203" pitchFamily="34" charset="0"/>
                <a:ea typeface="Lato" panose="020F0502020204030203" pitchFamily="34" charset="0"/>
                <a:cs typeface="Lato" panose="020F0502020204030203" pitchFamily="34" charset="0"/>
              </a:rPr>
              <a:t> :</a:t>
            </a:r>
          </a:p>
          <a:p>
            <a:pPr marL="285750" indent="-285750">
              <a:lnSpc>
                <a:spcPct val="150000"/>
              </a:lnSpc>
              <a:buFont typeface="Arial" panose="020B0604020202020204" pitchFamily="34" charset="0"/>
              <a:buChar char="•"/>
            </a:pPr>
            <a:r>
              <a:rPr lang="en-US" dirty="0" err="1">
                <a:latin typeface="Lato" panose="020F0502020204030203" pitchFamily="34" charset="0"/>
                <a:ea typeface="Lato" panose="020F0502020204030203" pitchFamily="34" charset="0"/>
                <a:cs typeface="Lato" panose="020F0502020204030203" pitchFamily="34" charset="0"/>
              </a:rPr>
              <a:t>Bài</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toán</a:t>
            </a:r>
            <a:r>
              <a:rPr lang="en-US" dirty="0">
                <a:latin typeface="Lato" panose="020F0502020204030203" pitchFamily="34" charset="0"/>
                <a:ea typeface="Lato" panose="020F0502020204030203" pitchFamily="34" charset="0"/>
                <a:cs typeface="Lato" panose="020F0502020204030203" pitchFamily="34" charset="0"/>
              </a:rPr>
              <a:t> :  				Quy </a:t>
            </a:r>
            <a:r>
              <a:rPr lang="en-US" dirty="0" err="1">
                <a:latin typeface="Lato" panose="020F0502020204030203" pitchFamily="34" charset="0"/>
                <a:ea typeface="Lato" panose="020F0502020204030203" pitchFamily="34" charset="0"/>
                <a:cs typeface="Lato" panose="020F0502020204030203" pitchFamily="34" charset="0"/>
              </a:rPr>
              <a:t>hoạch</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toàn</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phương</a:t>
            </a:r>
            <a:r>
              <a:rPr lang="en-US" dirty="0">
                <a:latin typeface="Lato" panose="020F0502020204030203" pitchFamily="34" charset="0"/>
                <a:ea typeface="Lato" panose="020F0502020204030203" pitchFamily="34" charset="0"/>
                <a:cs typeface="Lato" panose="020F0502020204030203" pitchFamily="34" charset="0"/>
              </a:rPr>
              <a:t> (QP)</a:t>
            </a:r>
          </a:p>
          <a:p>
            <a:pPr algn="ctr">
              <a:lnSpc>
                <a:spcPct val="150000"/>
              </a:lnSpc>
            </a:pPr>
            <a:r>
              <a:rPr lang="en-US" dirty="0">
                <a:latin typeface="Lato" panose="020F0502020204030203" pitchFamily="34" charset="0"/>
                <a:ea typeface="Lato" panose="020F0502020204030203" pitchFamily="34" charset="0"/>
                <a:cs typeface="Lato" panose="020F0502020204030203" pitchFamily="34" charset="0"/>
                <a:hlinkClick r:id="rId5"/>
              </a:rPr>
              <a:t>Quadratic Programming</a:t>
            </a:r>
            <a:endParaRPr lang="en-US" dirty="0">
              <a:latin typeface="Lato" panose="020F0502020204030203" pitchFamily="34" charset="0"/>
              <a:ea typeface="Lato" panose="020F0502020204030203" pitchFamily="34" charset="0"/>
              <a:cs typeface="Lato" panose="020F0502020204030203" pitchFamily="34" charset="0"/>
            </a:endParaRPr>
          </a:p>
          <a:p>
            <a:pPr marL="285750" indent="-285750">
              <a:lnSpc>
                <a:spcPct val="150000"/>
              </a:lnSpc>
              <a:buFont typeface="Arial" panose="020B0604020202020204" pitchFamily="34" charset="0"/>
              <a:buChar char="•"/>
            </a:pPr>
            <a:r>
              <a:rPr lang="en-US" dirty="0" err="1">
                <a:latin typeface="Lato" panose="020F0502020204030203" pitchFamily="34" charset="0"/>
                <a:ea typeface="Lato" panose="020F0502020204030203" pitchFamily="34" charset="0"/>
                <a:cs typeface="Lato" panose="020F0502020204030203" pitchFamily="34" charset="0"/>
              </a:rPr>
              <a:t>Giải</a:t>
            </a:r>
            <a:r>
              <a:rPr lang="en-US" dirty="0">
                <a:latin typeface="Lato" panose="020F0502020204030203" pitchFamily="34" charset="0"/>
                <a:ea typeface="Lato" panose="020F0502020204030203" pitchFamily="34" charset="0"/>
                <a:cs typeface="Lato" panose="020F0502020204030203" pitchFamily="34" charset="0"/>
              </a:rPr>
              <a:t> : 				Phương </a:t>
            </a:r>
            <a:r>
              <a:rPr lang="en-US" dirty="0" err="1">
                <a:latin typeface="Lato" panose="020F0502020204030203" pitchFamily="34" charset="0"/>
                <a:ea typeface="Lato" panose="020F0502020204030203" pitchFamily="34" charset="0"/>
                <a:cs typeface="Lato" panose="020F0502020204030203" pitchFamily="34" charset="0"/>
              </a:rPr>
              <a:t>pháp</a:t>
            </a:r>
            <a:r>
              <a:rPr lang="en-US" dirty="0">
                <a:latin typeface="Lato" panose="020F0502020204030203" pitchFamily="34" charset="0"/>
                <a:ea typeface="Lato" panose="020F0502020204030203" pitchFamily="34" charset="0"/>
                <a:cs typeface="Lato" panose="020F0502020204030203" pitchFamily="34" charset="0"/>
              </a:rPr>
              <a:t> Karush–Kuhn–Tucker </a:t>
            </a:r>
          </a:p>
          <a:p>
            <a:pPr algn="ctr">
              <a:lnSpc>
                <a:spcPct val="150000"/>
              </a:lnSpc>
            </a:pPr>
            <a:r>
              <a:rPr lang="en-US" dirty="0" err="1">
                <a:latin typeface="Lato" panose="020F0502020204030203" pitchFamily="34" charset="0"/>
                <a:ea typeface="Lato" panose="020F0502020204030203" pitchFamily="34" charset="0"/>
                <a:cs typeface="Lato" panose="020F0502020204030203" pitchFamily="34" charset="0"/>
                <a:hlinkClick r:id="rId6"/>
              </a:rPr>
              <a:t>Nguồn</a:t>
            </a:r>
            <a:r>
              <a:rPr lang="en-US" dirty="0">
                <a:latin typeface="Lato" panose="020F0502020204030203" pitchFamily="34" charset="0"/>
                <a:ea typeface="Lato" panose="020F0502020204030203" pitchFamily="34" charset="0"/>
                <a:cs typeface="Lato" panose="020F0502020204030203" pitchFamily="34" charset="0"/>
                <a:hlinkClick r:id="rId6"/>
              </a:rPr>
              <a:t> </a:t>
            </a:r>
            <a:r>
              <a:rPr lang="en-US" dirty="0" err="1">
                <a:latin typeface="Lato" panose="020F0502020204030203" pitchFamily="34" charset="0"/>
                <a:ea typeface="Lato" panose="020F0502020204030203" pitchFamily="34" charset="0"/>
                <a:cs typeface="Lato" panose="020F0502020204030203" pitchFamily="34" charset="0"/>
                <a:hlinkClick r:id="rId6"/>
              </a:rPr>
              <a:t>bộ</a:t>
            </a:r>
            <a:r>
              <a:rPr lang="en-US" dirty="0">
                <a:latin typeface="Lato" panose="020F0502020204030203" pitchFamily="34" charset="0"/>
                <a:ea typeface="Lato" panose="020F0502020204030203" pitchFamily="34" charset="0"/>
                <a:cs typeface="Lato" panose="020F0502020204030203" pitchFamily="34" charset="0"/>
                <a:hlinkClick r:id="rId6"/>
              </a:rPr>
              <a:t> </a:t>
            </a:r>
            <a:r>
              <a:rPr lang="en-US" dirty="0" err="1">
                <a:latin typeface="Lato" panose="020F0502020204030203" pitchFamily="34" charset="0"/>
                <a:ea typeface="Lato" panose="020F0502020204030203" pitchFamily="34" charset="0"/>
                <a:cs typeface="Lato" panose="020F0502020204030203" pitchFamily="34" charset="0"/>
                <a:hlinkClick r:id="rId6"/>
              </a:rPr>
              <a:t>giải</a:t>
            </a:r>
            <a:r>
              <a:rPr lang="en-US" dirty="0">
                <a:latin typeface="Lato" panose="020F0502020204030203" pitchFamily="34" charset="0"/>
                <a:ea typeface="Lato" panose="020F0502020204030203" pitchFamily="34" charset="0"/>
                <a:cs typeface="Lato" panose="020F0502020204030203" pitchFamily="34" charset="0"/>
                <a:hlinkClick r:id="rId6"/>
              </a:rPr>
              <a:t> KKT</a:t>
            </a:r>
            <a:endParaRPr lang="en-US"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518209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6998AB-CDC3-0BF9-C8EE-D6F0DD303DBC}"/>
                  </a:ext>
                </a:extLst>
              </p:cNvPr>
              <p:cNvSpPr>
                <a:spLocks noGrp="1"/>
              </p:cNvSpPr>
              <p:nvPr>
                <p:ph sz="half" idx="1"/>
              </p:nvPr>
            </p:nvSpPr>
            <p:spPr>
              <a:xfrm>
                <a:off x="234823" y="1242069"/>
                <a:ext cx="4247261" cy="4351338"/>
              </a:xfrm>
            </p:spPr>
            <p:txBody>
              <a:bodyPr>
                <a:normAutofit fontScale="92500" lnSpcReduction="10000"/>
              </a:bodyPr>
              <a:lstStyle/>
              <a:p>
                <a:pPr marL="0" indent="0" algn="ctr">
                  <a:lnSpc>
                    <a:spcPct val="150000"/>
                  </a:lnSpc>
                  <a:buNone/>
                </a:pPr>
                <a:r>
                  <a:rPr lang="en-US" sz="1800" dirty="0">
                    <a:latin typeface="Lato "/>
                  </a:rPr>
                  <a:t>Bộ </a:t>
                </a:r>
                <a:r>
                  <a:rPr lang="en-US" sz="1800" dirty="0" err="1">
                    <a:latin typeface="Lato "/>
                  </a:rPr>
                  <a:t>điều</a:t>
                </a:r>
                <a:r>
                  <a:rPr lang="en-US" sz="1800" dirty="0">
                    <a:latin typeface="Lato "/>
                  </a:rPr>
                  <a:t> </a:t>
                </a:r>
                <a:r>
                  <a:rPr lang="en-US" sz="1800" dirty="0" err="1">
                    <a:latin typeface="Lato "/>
                  </a:rPr>
                  <a:t>khiển</a:t>
                </a:r>
                <a:r>
                  <a:rPr lang="en-US" sz="1800" dirty="0">
                    <a:latin typeface="Lato "/>
                  </a:rPr>
                  <a:t> PD</a:t>
                </a:r>
              </a:p>
              <a:p>
                <a:pPr>
                  <a:lnSpc>
                    <a:spcPct val="150000"/>
                  </a:lnSpc>
                </a:pPr>
                <a:r>
                  <a:rPr lang="vi-VN" sz="1800" dirty="0">
                    <a:latin typeface="Lato "/>
                  </a:rPr>
                  <a:t>Lực điều khiển</a:t>
                </a:r>
                <a:r>
                  <a:rPr lang="en-US" sz="1800" dirty="0">
                    <a:latin typeface="Lato "/>
                  </a:rPr>
                  <a:t> :</a:t>
                </a:r>
              </a:p>
              <a:p>
                <a:pPr marL="0" indent="0">
                  <a:lnSpc>
                    <a:spcPct val="150000"/>
                  </a:lnSpc>
                  <a:buNone/>
                </a:pPr>
                <a:r>
                  <a:rPr lang="en-US" sz="1800" dirty="0">
                    <a:ea typeface="Times New Roman" panose="02020603050405020304" pitchFamily="18" charset="0"/>
                    <a:cs typeface="Times New Roman" panose="02020603050405020304" pitchFamily="18" charset="0"/>
                  </a:rPr>
                  <a:t>   </a:t>
                </a:r>
                <a14:m>
                  <m:oMath xmlns:m="http://schemas.openxmlformats.org/officeDocument/2006/math">
                    <m:r>
                      <a:rPr lang="en-US" sz="1800" b="0" i="0" smtClean="0">
                        <a:latin typeface="Cambria Math" panose="02040503050406030204" pitchFamily="18" charset="0"/>
                        <a:ea typeface="Times New Roman" panose="02020603050405020304" pitchFamily="18" charset="0"/>
                        <a:cs typeface="Times New Roman" panose="02020603050405020304" pitchFamily="18" charset="0"/>
                      </a:rPr>
                      <m:t>            </m:t>
                    </m:r>
                    <m:r>
                      <a:rPr lang="vi-VN" sz="1800" i="1">
                        <a:latin typeface="Cambria Math" panose="02040503050406030204" pitchFamily="18" charset="0"/>
                        <a:ea typeface="Times New Roman" panose="02020603050405020304" pitchFamily="18" charset="0"/>
                        <a:cs typeface="Times New Roman" panose="02020603050405020304" pitchFamily="18" charset="0"/>
                      </a:rPr>
                      <m:t>𝑢</m:t>
                    </m:r>
                    <m:d>
                      <m:dPr>
                        <m:ctrlPr>
                          <a:rPr lang="vi-VN" sz="1800" i="1">
                            <a:latin typeface="Cambria Math" panose="02040503050406030204" pitchFamily="18" charset="0"/>
                          </a:rPr>
                        </m:ctrlPr>
                      </m:dPr>
                      <m:e>
                        <m:r>
                          <a:rPr lang="vi-VN" sz="1800" i="1">
                            <a:latin typeface="Cambria Math" panose="02040503050406030204" pitchFamily="18" charset="0"/>
                            <a:ea typeface="Times New Roman" panose="02020603050405020304" pitchFamily="18" charset="0"/>
                            <a:cs typeface="Times New Roman" panose="02020603050405020304" pitchFamily="18" charset="0"/>
                          </a:rPr>
                          <m:t>𝑡</m:t>
                        </m:r>
                      </m:e>
                    </m:d>
                    <m:r>
                      <a:rPr lang="vi-VN" sz="1800">
                        <a:latin typeface="Cambria Math" panose="02040503050406030204" pitchFamily="18" charset="0"/>
                        <a:ea typeface="Times New Roman" panose="02020603050405020304" pitchFamily="18" charset="0"/>
                        <a:cs typeface="Times New Roman" panose="02020603050405020304" pitchFamily="18" charset="0"/>
                      </a:rPr>
                      <m:t>=</m:t>
                    </m:r>
                    <m:sSub>
                      <m:sSubPr>
                        <m:ctrlPr>
                          <a:rPr lang="vi-VN" sz="1800" i="1">
                            <a:latin typeface="Cambria Math" panose="02040503050406030204" pitchFamily="18" charset="0"/>
                          </a:rPr>
                        </m:ctrlPr>
                      </m:sSubPr>
                      <m:e>
                        <m:r>
                          <a:rPr lang="vi-VN" sz="1800" i="1">
                            <a:latin typeface="Cambria Math" panose="02040503050406030204" pitchFamily="18" charset="0"/>
                            <a:ea typeface="Times New Roman" panose="02020603050405020304" pitchFamily="18" charset="0"/>
                            <a:cs typeface="Times New Roman" panose="02020603050405020304" pitchFamily="18" charset="0"/>
                          </a:rPr>
                          <m:t>𝐾</m:t>
                        </m:r>
                      </m:e>
                      <m:sub>
                        <m:r>
                          <a:rPr lang="vi-VN" sz="1800" i="1">
                            <a:latin typeface="Cambria Math" panose="02040503050406030204" pitchFamily="18" charset="0"/>
                            <a:ea typeface="Times New Roman" panose="02020603050405020304" pitchFamily="18" charset="0"/>
                            <a:cs typeface="Times New Roman" panose="02020603050405020304" pitchFamily="18" charset="0"/>
                          </a:rPr>
                          <m:t>𝑝</m:t>
                        </m:r>
                      </m:sub>
                    </m:sSub>
                    <m:r>
                      <a:rPr lang="vi-VN" sz="1800">
                        <a:latin typeface="Cambria Math" panose="02040503050406030204" pitchFamily="18" charset="0"/>
                        <a:ea typeface="Times New Roman" panose="02020603050405020304" pitchFamily="18" charset="0"/>
                        <a:cs typeface="Times New Roman" panose="02020603050405020304" pitchFamily="18" charset="0"/>
                      </a:rPr>
                      <m:t>.</m:t>
                    </m:r>
                    <m:r>
                      <a:rPr lang="vi-VN" sz="1800" i="1">
                        <a:latin typeface="Cambria Math" panose="02040503050406030204" pitchFamily="18" charset="0"/>
                        <a:ea typeface="Times New Roman" panose="02020603050405020304" pitchFamily="18" charset="0"/>
                        <a:cs typeface="Times New Roman" panose="02020603050405020304" pitchFamily="18" charset="0"/>
                      </a:rPr>
                      <m:t>𝑒</m:t>
                    </m:r>
                    <m:d>
                      <m:dPr>
                        <m:ctrlPr>
                          <a:rPr lang="vi-VN" sz="1800" i="1">
                            <a:latin typeface="Cambria Math" panose="02040503050406030204" pitchFamily="18" charset="0"/>
                          </a:rPr>
                        </m:ctrlPr>
                      </m:dPr>
                      <m:e>
                        <m:r>
                          <a:rPr lang="vi-VN" sz="1800" i="1">
                            <a:latin typeface="Cambria Math" panose="02040503050406030204" pitchFamily="18" charset="0"/>
                            <a:ea typeface="Times New Roman" panose="02020603050405020304" pitchFamily="18" charset="0"/>
                            <a:cs typeface="Times New Roman" panose="02020603050405020304" pitchFamily="18" charset="0"/>
                          </a:rPr>
                          <m:t>𝑡</m:t>
                        </m:r>
                      </m:e>
                    </m:d>
                    <m:r>
                      <a:rPr lang="vi-VN" sz="1800">
                        <a:latin typeface="Cambria Math" panose="02040503050406030204" pitchFamily="18" charset="0"/>
                        <a:ea typeface="Times New Roman" panose="02020603050405020304" pitchFamily="18" charset="0"/>
                        <a:cs typeface="Times New Roman" panose="02020603050405020304" pitchFamily="18" charset="0"/>
                      </a:rPr>
                      <m:t>+</m:t>
                    </m:r>
                    <m:sSub>
                      <m:sSubPr>
                        <m:ctrlPr>
                          <a:rPr lang="vi-VN" sz="1800" i="1">
                            <a:latin typeface="Cambria Math" panose="02040503050406030204" pitchFamily="18" charset="0"/>
                          </a:rPr>
                        </m:ctrlPr>
                      </m:sSubPr>
                      <m:e>
                        <m:r>
                          <a:rPr lang="vi-VN" sz="1800" i="1">
                            <a:latin typeface="Cambria Math" panose="02040503050406030204" pitchFamily="18" charset="0"/>
                            <a:ea typeface="Times New Roman" panose="02020603050405020304" pitchFamily="18" charset="0"/>
                            <a:cs typeface="Times New Roman" panose="02020603050405020304" pitchFamily="18" charset="0"/>
                          </a:rPr>
                          <m:t>𝐾</m:t>
                        </m:r>
                      </m:e>
                      <m:sub>
                        <m:r>
                          <a:rPr lang="vi-VN" sz="1800" i="1">
                            <a:latin typeface="Cambria Math" panose="02040503050406030204" pitchFamily="18" charset="0"/>
                            <a:ea typeface="Times New Roman" panose="02020603050405020304" pitchFamily="18" charset="0"/>
                            <a:cs typeface="Times New Roman" panose="02020603050405020304" pitchFamily="18" charset="0"/>
                          </a:rPr>
                          <m:t>𝑑</m:t>
                        </m:r>
                      </m:sub>
                    </m:sSub>
                    <m:r>
                      <a:rPr lang="vi-VN" sz="1800">
                        <a:latin typeface="Cambria Math" panose="02040503050406030204" pitchFamily="18" charset="0"/>
                        <a:ea typeface="Times New Roman" panose="02020603050405020304" pitchFamily="18" charset="0"/>
                        <a:cs typeface="Times New Roman" panose="02020603050405020304" pitchFamily="18" charset="0"/>
                      </a:rPr>
                      <m:t>∙</m:t>
                    </m:r>
                    <m:f>
                      <m:fPr>
                        <m:ctrlPr>
                          <a:rPr lang="vi-VN" sz="1800" i="1">
                            <a:latin typeface="Cambria Math" panose="02040503050406030204" pitchFamily="18" charset="0"/>
                          </a:rPr>
                        </m:ctrlPr>
                      </m:fPr>
                      <m:num>
                        <m:r>
                          <a:rPr lang="vi-VN" sz="1800" i="1">
                            <a:latin typeface="Cambria Math" panose="02040503050406030204" pitchFamily="18" charset="0"/>
                            <a:ea typeface="Times New Roman" panose="02020603050405020304" pitchFamily="18" charset="0"/>
                            <a:cs typeface="Times New Roman" panose="02020603050405020304" pitchFamily="18" charset="0"/>
                          </a:rPr>
                          <m:t>𝑑𝑒</m:t>
                        </m:r>
                        <m:d>
                          <m:dPr>
                            <m:ctrlPr>
                              <a:rPr lang="vi-VN" sz="1800" i="1">
                                <a:latin typeface="Cambria Math" panose="02040503050406030204" pitchFamily="18" charset="0"/>
                              </a:rPr>
                            </m:ctrlPr>
                          </m:dPr>
                          <m:e>
                            <m:r>
                              <a:rPr lang="vi-VN" sz="1800" i="1">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vi-VN" sz="1800" i="1">
                            <a:latin typeface="Cambria Math" panose="02040503050406030204" pitchFamily="18" charset="0"/>
                            <a:ea typeface="Times New Roman" panose="02020603050405020304" pitchFamily="18" charset="0"/>
                            <a:cs typeface="Times New Roman" panose="02020603050405020304" pitchFamily="18" charset="0"/>
                          </a:rPr>
                          <m:t>𝑑𝑡</m:t>
                        </m:r>
                      </m:den>
                    </m:f>
                  </m:oMath>
                </a14:m>
                <a:r>
                  <a:rPr lang="en-US" sz="1800" dirty="0">
                    <a:latin typeface="Lato "/>
                  </a:rPr>
                  <a:t>     (8)</a:t>
                </a:r>
                <a:endParaRPr lang="vi-VN" sz="1800" dirty="0">
                  <a:latin typeface="Lato "/>
                </a:endParaRPr>
              </a:p>
              <a:p>
                <a:pPr>
                  <a:lnSpc>
                    <a:spcPct val="150000"/>
                  </a:lnSpc>
                </a:pPr>
                <a:r>
                  <a:rPr lang="en-US" sz="1800" dirty="0" err="1"/>
                  <a:t>Ưu</a:t>
                </a:r>
                <a:r>
                  <a:rPr lang="en-US" sz="1800" dirty="0"/>
                  <a:t> </a:t>
                </a:r>
                <a:r>
                  <a:rPr lang="en-US" sz="1800" dirty="0" err="1"/>
                  <a:t>điểm</a:t>
                </a:r>
                <a:r>
                  <a:rPr lang="en-US" sz="1800" dirty="0"/>
                  <a:t> : </a:t>
                </a:r>
              </a:p>
              <a:p>
                <a:pPr lvl="1">
                  <a:lnSpc>
                    <a:spcPct val="150000"/>
                  </a:lnSpc>
                </a:pPr>
                <a:r>
                  <a:rPr lang="en-US" sz="1800" dirty="0"/>
                  <a:t>C</a:t>
                </a:r>
                <a:r>
                  <a:rPr lang="vi-VN" sz="1800" dirty="0"/>
                  <a:t>ấu trúc đơn giản, ổn định tốt</a:t>
                </a:r>
                <a:endParaRPr lang="en-US" sz="1800" dirty="0"/>
              </a:p>
              <a:p>
                <a:pPr lvl="1">
                  <a:lnSpc>
                    <a:spcPct val="150000"/>
                  </a:lnSpc>
                </a:pPr>
                <a:r>
                  <a:rPr lang="en-US" sz="1800" dirty="0" err="1"/>
                  <a:t>Phản</a:t>
                </a:r>
                <a:r>
                  <a:rPr lang="en-US" sz="1800" dirty="0"/>
                  <a:t> </a:t>
                </a:r>
                <a:r>
                  <a:rPr lang="en-US" sz="1800" dirty="0" err="1"/>
                  <a:t>hồi</a:t>
                </a:r>
                <a:r>
                  <a:rPr lang="en-US" sz="1800" dirty="0"/>
                  <a:t> </a:t>
                </a:r>
                <a:r>
                  <a:rPr lang="en-US" sz="1800" dirty="0" err="1"/>
                  <a:t>trực</a:t>
                </a:r>
                <a:r>
                  <a:rPr lang="en-US" sz="1800" dirty="0"/>
                  <a:t> </a:t>
                </a:r>
                <a:r>
                  <a:rPr lang="en-US" sz="1800" dirty="0" err="1"/>
                  <a:t>tiếp</a:t>
                </a:r>
                <a:r>
                  <a:rPr lang="en-US" sz="1800" dirty="0"/>
                  <a:t> </a:t>
                </a:r>
                <a:r>
                  <a:rPr lang="en-US" sz="1800" dirty="0" err="1"/>
                  <a:t>dựa</a:t>
                </a:r>
                <a:r>
                  <a:rPr lang="en-US" sz="1800" dirty="0"/>
                  <a:t> </a:t>
                </a:r>
                <a:r>
                  <a:rPr lang="en-US" sz="1800" dirty="0" err="1"/>
                  <a:t>trên</a:t>
                </a:r>
                <a:r>
                  <a:rPr lang="en-US" sz="1800" dirty="0"/>
                  <a:t> </a:t>
                </a:r>
                <a:r>
                  <a:rPr lang="en-US" sz="1800" dirty="0" err="1"/>
                  <a:t>sai</a:t>
                </a:r>
                <a:r>
                  <a:rPr lang="en-US" sz="1800" dirty="0"/>
                  <a:t> </a:t>
                </a:r>
                <a:r>
                  <a:rPr lang="en-US" sz="1800" dirty="0" err="1"/>
                  <a:t>số</a:t>
                </a:r>
                <a:endParaRPr lang="en-US" sz="1800" dirty="0"/>
              </a:p>
              <a:p>
                <a:pPr>
                  <a:lnSpc>
                    <a:spcPct val="150000"/>
                  </a:lnSpc>
                </a:pPr>
                <a:r>
                  <a:rPr lang="en-US" sz="1800" dirty="0" err="1"/>
                  <a:t>Nhược</a:t>
                </a:r>
                <a:r>
                  <a:rPr lang="en-US" sz="1800" dirty="0"/>
                  <a:t> </a:t>
                </a:r>
                <a:r>
                  <a:rPr lang="en-US" sz="1800" dirty="0" err="1"/>
                  <a:t>điểm</a:t>
                </a:r>
                <a:r>
                  <a:rPr lang="en-US" sz="1800" dirty="0"/>
                  <a:t> :</a:t>
                </a:r>
              </a:p>
              <a:p>
                <a:pPr lvl="1">
                  <a:lnSpc>
                    <a:spcPct val="150000"/>
                  </a:lnSpc>
                </a:pPr>
                <a:r>
                  <a:rPr lang="en-US" sz="1800" dirty="0" err="1"/>
                  <a:t>Phải</a:t>
                </a:r>
                <a:r>
                  <a:rPr lang="en-US" sz="1800" dirty="0"/>
                  <a:t> </a:t>
                </a:r>
                <a:r>
                  <a:rPr lang="en-US" sz="1800" dirty="0" err="1"/>
                  <a:t>chờ</a:t>
                </a:r>
                <a:r>
                  <a:rPr lang="en-US" sz="1800" dirty="0"/>
                  <a:t> </a:t>
                </a:r>
                <a:r>
                  <a:rPr lang="en-US" sz="1800" dirty="0" err="1"/>
                  <a:t>sai</a:t>
                </a:r>
                <a:r>
                  <a:rPr lang="en-US" sz="1800" dirty="0"/>
                  <a:t> </a:t>
                </a:r>
                <a:r>
                  <a:rPr lang="en-US" sz="1800" dirty="0" err="1"/>
                  <a:t>số</a:t>
                </a:r>
                <a:r>
                  <a:rPr lang="en-US" sz="1800" dirty="0"/>
                  <a:t> </a:t>
                </a:r>
                <a:r>
                  <a:rPr lang="en-US" sz="1800" dirty="0" err="1"/>
                  <a:t>mới</a:t>
                </a:r>
                <a:r>
                  <a:rPr lang="en-US" sz="1800" dirty="0"/>
                  <a:t> </a:t>
                </a:r>
                <a:r>
                  <a:rPr lang="en-US" sz="1800" dirty="0" err="1"/>
                  <a:t>điều</a:t>
                </a:r>
                <a:r>
                  <a:rPr lang="en-US" sz="1800" dirty="0"/>
                  <a:t> </a:t>
                </a:r>
                <a:r>
                  <a:rPr lang="en-US" sz="1800" dirty="0" err="1"/>
                  <a:t>chỉnh</a:t>
                </a:r>
                <a:endParaRPr lang="en-US" sz="1800" dirty="0"/>
              </a:p>
              <a:p>
                <a:pPr lvl="1">
                  <a:lnSpc>
                    <a:spcPct val="150000"/>
                  </a:lnSpc>
                </a:pPr>
                <a:r>
                  <a:rPr lang="en-US" sz="1800" dirty="0" err="1"/>
                  <a:t>Nhạy</a:t>
                </a:r>
                <a:r>
                  <a:rPr lang="en-US" sz="1800" dirty="0"/>
                  <a:t> </a:t>
                </a:r>
                <a:r>
                  <a:rPr lang="en-US" sz="1800" dirty="0" err="1"/>
                  <a:t>cảm</a:t>
                </a:r>
                <a:r>
                  <a:rPr lang="en-US" sz="1800" dirty="0"/>
                  <a:t> </a:t>
                </a:r>
                <a:r>
                  <a:rPr lang="en-US" sz="1800" dirty="0" err="1"/>
                  <a:t>với</a:t>
                </a:r>
                <a:r>
                  <a:rPr lang="en-US" sz="1800" dirty="0"/>
                  <a:t> </a:t>
                </a:r>
                <a:r>
                  <a:rPr lang="en-US" sz="1800" dirty="0" err="1"/>
                  <a:t>nhiễu</a:t>
                </a:r>
                <a:r>
                  <a:rPr lang="en-US" sz="1800" dirty="0"/>
                  <a:t> </a:t>
                </a:r>
                <a:r>
                  <a:rPr lang="en-US" sz="1800" dirty="0" err="1"/>
                  <a:t>tần</a:t>
                </a:r>
                <a:r>
                  <a:rPr lang="en-US" sz="1800" dirty="0"/>
                  <a:t> </a:t>
                </a:r>
                <a:r>
                  <a:rPr lang="en-US" sz="1800" dirty="0" err="1"/>
                  <a:t>số</a:t>
                </a:r>
                <a:r>
                  <a:rPr lang="en-US" sz="1800" dirty="0"/>
                  <a:t> </a:t>
                </a:r>
                <a:r>
                  <a:rPr lang="en-US" sz="1800" dirty="0" err="1"/>
                  <a:t>cao</a:t>
                </a:r>
                <a:r>
                  <a:rPr lang="en-US" sz="1800" dirty="0"/>
                  <a:t> </a:t>
                </a:r>
                <a:endParaRPr lang="vi-VN" sz="1800" dirty="0"/>
              </a:p>
              <a:p>
                <a:endParaRPr lang="vi-VN" sz="1800" dirty="0"/>
              </a:p>
              <a:p>
                <a:endParaRPr lang="vi-VN" sz="1800" dirty="0"/>
              </a:p>
              <a:p>
                <a:endParaRPr lang="vi-VN" sz="1800" dirty="0"/>
              </a:p>
              <a:p>
                <a:pPr marL="0" indent="0">
                  <a:buNone/>
                </a:pPr>
                <a:endParaRPr lang="en-US" sz="1800" dirty="0"/>
              </a:p>
            </p:txBody>
          </p:sp>
        </mc:Choice>
        <mc:Fallback xmlns="">
          <p:sp>
            <p:nvSpPr>
              <p:cNvPr id="3" name="Content Placeholder 2">
                <a:extLst>
                  <a:ext uri="{FF2B5EF4-FFF2-40B4-BE49-F238E27FC236}">
                    <a16:creationId xmlns:a16="http://schemas.microsoft.com/office/drawing/2014/main" id="{686998AB-CDC3-0BF9-C8EE-D6F0DD303DBC}"/>
                  </a:ext>
                </a:extLst>
              </p:cNvPr>
              <p:cNvSpPr>
                <a:spLocks noGrp="1" noRot="1" noChangeAspect="1" noMove="1" noResize="1" noEditPoints="1" noAdjustHandles="1" noChangeArrowheads="1" noChangeShapeType="1" noTextEdit="1"/>
              </p:cNvSpPr>
              <p:nvPr>
                <p:ph sz="half" idx="1"/>
              </p:nvPr>
            </p:nvSpPr>
            <p:spPr>
              <a:xfrm>
                <a:off x="234823" y="1242069"/>
                <a:ext cx="4247261" cy="4351338"/>
              </a:xfrm>
              <a:blipFill>
                <a:blip r:embed="rId3"/>
                <a:stretch>
                  <a:fillRect l="-7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A721A70-3E14-E8FE-1DC3-F52C6DA6AFAD}"/>
                  </a:ext>
                </a:extLst>
              </p:cNvPr>
              <p:cNvSpPr>
                <a:spLocks noGrp="1"/>
              </p:cNvSpPr>
              <p:nvPr>
                <p:ph sz="half" idx="2"/>
              </p:nvPr>
            </p:nvSpPr>
            <p:spPr>
              <a:xfrm>
                <a:off x="4707576" y="1230239"/>
                <a:ext cx="4201347" cy="4351338"/>
              </a:xfrm>
            </p:spPr>
            <p:txBody>
              <a:bodyPr>
                <a:normAutofit/>
              </a:bodyPr>
              <a:lstStyle/>
              <a:p>
                <a:pPr marL="0" indent="0" algn="ctr">
                  <a:lnSpc>
                    <a:spcPct val="150000"/>
                  </a:lnSpc>
                  <a:buNone/>
                </a:pPr>
                <a:r>
                  <a:rPr lang="en-US" sz="1700" dirty="0" err="1">
                    <a:latin typeface="Lato "/>
                  </a:rPr>
                  <a:t>Bộ</a:t>
                </a:r>
                <a:r>
                  <a:rPr lang="en-US" sz="1700" dirty="0">
                    <a:latin typeface="Lato "/>
                  </a:rPr>
                  <a:t> </a:t>
                </a:r>
                <a:r>
                  <a:rPr lang="en-US" sz="1700" dirty="0" err="1">
                    <a:latin typeface="Lato "/>
                  </a:rPr>
                  <a:t>điều</a:t>
                </a:r>
                <a:r>
                  <a:rPr lang="en-US" sz="1700" dirty="0">
                    <a:latin typeface="Lato "/>
                  </a:rPr>
                  <a:t> </a:t>
                </a:r>
                <a:r>
                  <a:rPr lang="en-US" sz="1700" dirty="0" err="1">
                    <a:latin typeface="Lato "/>
                  </a:rPr>
                  <a:t>khiển</a:t>
                </a:r>
                <a:r>
                  <a:rPr lang="en-US" sz="1700" dirty="0">
                    <a:latin typeface="Lato "/>
                  </a:rPr>
                  <a:t> </a:t>
                </a:r>
                <a:r>
                  <a:rPr lang="en-US" sz="1700" dirty="0" err="1">
                    <a:latin typeface="Lato "/>
                  </a:rPr>
                  <a:t>FeedForward</a:t>
                </a:r>
                <a:endParaRPr lang="en-US" sz="1700" dirty="0">
                  <a:latin typeface="Lato "/>
                </a:endParaRPr>
              </a:p>
              <a:p>
                <a:pPr>
                  <a:lnSpc>
                    <a:spcPct val="150000"/>
                  </a:lnSpc>
                </a:pPr>
                <a:r>
                  <a:rPr lang="en-US" sz="1700" dirty="0">
                    <a:latin typeface="Lato "/>
                  </a:rPr>
                  <a:t>Lực </a:t>
                </a:r>
                <a:r>
                  <a:rPr lang="en-US" sz="1700" dirty="0" err="1">
                    <a:latin typeface="Lato "/>
                  </a:rPr>
                  <a:t>điều</a:t>
                </a:r>
                <a:r>
                  <a:rPr lang="en-US" sz="1700" dirty="0">
                    <a:latin typeface="Lato "/>
                  </a:rPr>
                  <a:t> </a:t>
                </a:r>
                <a:r>
                  <a:rPr lang="en-US" sz="1700" dirty="0" err="1">
                    <a:latin typeface="Lato "/>
                  </a:rPr>
                  <a:t>khiển</a:t>
                </a:r>
                <a:r>
                  <a:rPr lang="en-US" sz="1700" dirty="0">
                    <a:latin typeface="Lato "/>
                  </a:rPr>
                  <a:t> :</a:t>
                </a:r>
                <a:endParaRPr lang="en-US" sz="1700" i="1" dirty="0">
                  <a:latin typeface="Lato "/>
                </a:endParaRPr>
              </a:p>
              <a:p>
                <a:pPr marL="0" indent="0">
                  <a:lnSpc>
                    <a:spcPct val="150000"/>
                  </a:lnSpc>
                  <a:buNone/>
                </a:pPr>
                <a:r>
                  <a:rPr lang="en-US" sz="1700" dirty="0">
                    <a:ea typeface="Times New Roman" panose="02020603050405020304" pitchFamily="18" charset="0"/>
                    <a:cs typeface="Times New Roman" panose="02020603050405020304" pitchFamily="18" charset="0"/>
                  </a:rPr>
                  <a:t>               </a:t>
                </a:r>
                <a14:m>
                  <m:oMath xmlns:m="http://schemas.openxmlformats.org/officeDocument/2006/math">
                    <m:r>
                      <a:rPr lang="vi-VN" sz="1700" i="1" smtClean="0">
                        <a:latin typeface="Cambria Math" panose="02040503050406030204" pitchFamily="18" charset="0"/>
                        <a:ea typeface="Times New Roman" panose="02020603050405020304" pitchFamily="18" charset="0"/>
                        <a:cs typeface="Times New Roman" panose="02020603050405020304" pitchFamily="18" charset="0"/>
                      </a:rPr>
                      <m:t>𝑢</m:t>
                    </m:r>
                    <m:r>
                      <a:rPr lang="vi-VN" sz="1700" i="1">
                        <a:latin typeface="Cambria Math" panose="02040503050406030204" pitchFamily="18" charset="0"/>
                      </a:rPr>
                      <m:t>(</m:t>
                    </m:r>
                    <m:r>
                      <a:rPr lang="vi-VN" sz="1700" i="1">
                        <a:latin typeface="Cambria Math" panose="02040503050406030204" pitchFamily="18" charset="0"/>
                        <a:ea typeface="Times New Roman" panose="02020603050405020304" pitchFamily="18" charset="0"/>
                        <a:cs typeface="Times New Roman" panose="02020603050405020304" pitchFamily="18" charset="0"/>
                      </a:rPr>
                      <m:t>𝑡</m:t>
                    </m:r>
                    <m:r>
                      <a:rPr lang="vi-VN" sz="1700" i="1">
                        <a:latin typeface="Cambria Math" panose="02040503050406030204" pitchFamily="18" charset="0"/>
                        <a:ea typeface="Times New Roman" panose="02020603050405020304" pitchFamily="18" charset="0"/>
                        <a:cs typeface="Times New Roman" panose="02020603050405020304" pitchFamily="18" charset="0"/>
                      </a:rPr>
                      <m:t>)</m:t>
                    </m:r>
                    <m:r>
                      <a:rPr lang="vi-VN" sz="17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1700" b="0" i="1" smtClean="0">
                        <a:latin typeface="Cambria Math" panose="02040503050406030204" pitchFamily="18" charset="0"/>
                      </a:rPr>
                      <m:t>f</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m:rPr>
                            <m:sty m:val="p"/>
                          </m:rPr>
                          <a:rPr lang="en-US" sz="1700" b="0" i="1" smtClean="0">
                            <a:latin typeface="Cambria Math" panose="02040503050406030204" pitchFamily="18" charset="0"/>
                          </a:rPr>
                          <m:t>x</m:t>
                        </m:r>
                      </m:e>
                      <m:sub>
                        <m:r>
                          <m:rPr>
                            <m:sty m:val="p"/>
                          </m:rPr>
                          <a:rPr lang="en-US" sz="1700" b="0" i="1" smtClean="0">
                            <a:latin typeface="Cambria Math" panose="02040503050406030204" pitchFamily="18" charset="0"/>
                          </a:rPr>
                          <m:t>ref</m:t>
                        </m:r>
                      </m:sub>
                    </m:sSub>
                    <m:r>
                      <a:rPr lang="en-US" sz="1700" b="0" i="0" smtClean="0">
                        <a:latin typeface="Cambria Math" panose="02040503050406030204" pitchFamily="18" charset="0"/>
                        <a:ea typeface="Times New Roman" panose="02020603050405020304" pitchFamily="18" charset="0"/>
                        <a:cs typeface="Times New Roman" panose="02020603050405020304" pitchFamily="18" charset="0"/>
                      </a:rPr>
                      <m:t>,</m:t>
                    </m:r>
                    <m:r>
                      <a:rPr lang="en-US" sz="1700" b="0" i="1" smtClean="0">
                        <a:latin typeface="Cambria Math" panose="02040503050406030204" pitchFamily="18" charset="0"/>
                        <a:cs typeface="Times New Roman" panose="02020603050405020304" pitchFamily="18" charset="0"/>
                      </a:rPr>
                      <m:t> </m:t>
                    </m:r>
                    <m:sSub>
                      <m:sSubPr>
                        <m:ctrlPr>
                          <a:rPr lang="vi-VN" sz="1700" i="1" smtClean="0">
                            <a:latin typeface="Cambria Math" panose="02040503050406030204" pitchFamily="18" charset="0"/>
                            <a:cs typeface="Times New Roman" panose="02020603050405020304" pitchFamily="18" charset="0"/>
                          </a:rPr>
                        </m:ctrlPr>
                      </m:sSubPr>
                      <m:e>
                        <m:acc>
                          <m:accPr>
                            <m:chr m:val="̇"/>
                            <m:ctrlPr>
                              <a:rPr lang="vi-VN" sz="1700" i="1" smtClean="0">
                                <a:latin typeface="Cambria Math" panose="02040503050406030204" pitchFamily="18" charset="0"/>
                                <a:cs typeface="Times New Roman" panose="02020603050405020304" pitchFamily="18" charset="0"/>
                              </a:rPr>
                            </m:ctrlPr>
                          </m:accPr>
                          <m:e>
                            <m:r>
                              <m:rPr>
                                <m:sty m:val="p"/>
                              </m:rPr>
                              <a:rPr lang="en-US" sz="1700" b="0" i="1" smtClean="0">
                                <a:latin typeface="Cambria Math" panose="02040503050406030204" pitchFamily="18" charset="0"/>
                                <a:cs typeface="Times New Roman" panose="02020603050405020304" pitchFamily="18" charset="0"/>
                              </a:rPr>
                              <m:t>x</m:t>
                            </m:r>
                          </m:e>
                        </m:acc>
                      </m:e>
                      <m:sub>
                        <m:r>
                          <m:rPr>
                            <m:sty m:val="p"/>
                          </m:rPr>
                          <a:rPr lang="en-US" sz="1700" b="0" i="1" smtClean="0">
                            <a:latin typeface="Cambria Math" panose="02040503050406030204" pitchFamily="18" charset="0"/>
                            <a:cs typeface="Times New Roman" panose="02020603050405020304" pitchFamily="18" charset="0"/>
                          </a:rPr>
                          <m:t>ref</m:t>
                        </m:r>
                      </m:sub>
                    </m:sSub>
                    <m:r>
                      <a:rPr lang="en-US" sz="1700" b="0" i="0" smtClean="0">
                        <a:latin typeface="Cambria Math" panose="02040503050406030204" pitchFamily="18" charset="0"/>
                        <a:cs typeface="Times New Roman" panose="02020603050405020304" pitchFamily="18" charset="0"/>
                      </a:rPr>
                      <m:t>,</m:t>
                    </m:r>
                    <m:sSub>
                      <m:sSubPr>
                        <m:ctrlPr>
                          <a:rPr lang="en-US" sz="1700" b="0" i="1" smtClean="0">
                            <a:latin typeface="Cambria Math" panose="02040503050406030204" pitchFamily="18" charset="0"/>
                            <a:cs typeface="Times New Roman" panose="02020603050405020304" pitchFamily="18" charset="0"/>
                          </a:rPr>
                        </m:ctrlPr>
                      </m:sSubPr>
                      <m:e>
                        <m:acc>
                          <m:accPr>
                            <m:chr m:val="̈"/>
                            <m:ctrlPr>
                              <a:rPr lang="en-US" sz="1700" b="0" i="1" smtClean="0">
                                <a:latin typeface="Cambria Math" panose="02040503050406030204" pitchFamily="18" charset="0"/>
                                <a:cs typeface="Times New Roman" panose="02020603050405020304" pitchFamily="18" charset="0"/>
                              </a:rPr>
                            </m:ctrlPr>
                          </m:accPr>
                          <m:e>
                            <m:r>
                              <m:rPr>
                                <m:sty m:val="p"/>
                              </m:rPr>
                              <a:rPr lang="en-US" sz="1700" b="0" i="1" smtClean="0">
                                <a:latin typeface="Cambria Math" panose="02040503050406030204" pitchFamily="18" charset="0"/>
                                <a:cs typeface="Times New Roman" panose="02020603050405020304" pitchFamily="18" charset="0"/>
                              </a:rPr>
                              <m:t>x</m:t>
                            </m:r>
                          </m:e>
                        </m:acc>
                      </m:e>
                      <m:sub>
                        <m:r>
                          <m:rPr>
                            <m:sty m:val="p"/>
                          </m:rPr>
                          <a:rPr lang="en-US" sz="1700" b="0" i="1" smtClean="0">
                            <a:latin typeface="Cambria Math" panose="02040503050406030204" pitchFamily="18" charset="0"/>
                            <a:cs typeface="Times New Roman" panose="02020603050405020304" pitchFamily="18" charset="0"/>
                          </a:rPr>
                          <m:t>ref</m:t>
                        </m:r>
                      </m:sub>
                    </m:sSub>
                    <m:r>
                      <a:rPr lang="en-US" sz="1700" b="0" i="0" smtClean="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700" dirty="0">
                    <a:latin typeface="Lato "/>
                  </a:rPr>
                  <a:t>    (9)</a:t>
                </a:r>
                <a:endParaRPr lang="vi-VN" sz="1700" dirty="0">
                  <a:latin typeface="Lato "/>
                </a:endParaRPr>
              </a:p>
              <a:p>
                <a:pPr>
                  <a:lnSpc>
                    <a:spcPct val="150000"/>
                  </a:lnSpc>
                </a:pPr>
                <a:r>
                  <a:rPr lang="en-US" sz="1700" dirty="0" err="1"/>
                  <a:t>Ưu</a:t>
                </a:r>
                <a:r>
                  <a:rPr lang="en-US" sz="1700" dirty="0"/>
                  <a:t> </a:t>
                </a:r>
                <a:r>
                  <a:rPr lang="en-US" sz="1700" dirty="0" err="1"/>
                  <a:t>điểm</a:t>
                </a:r>
                <a:r>
                  <a:rPr lang="en-US" sz="1700" dirty="0"/>
                  <a:t> : </a:t>
                </a:r>
              </a:p>
              <a:p>
                <a:pPr lvl="1">
                  <a:lnSpc>
                    <a:spcPct val="150000"/>
                  </a:lnSpc>
                </a:pPr>
                <a:r>
                  <a:rPr lang="en-US" sz="1700" dirty="0" err="1"/>
                  <a:t>Đáp</a:t>
                </a:r>
                <a:r>
                  <a:rPr lang="en-US" sz="1700" dirty="0"/>
                  <a:t> </a:t>
                </a:r>
                <a:r>
                  <a:rPr lang="en-US" sz="1700" dirty="0" err="1"/>
                  <a:t>ứng</a:t>
                </a:r>
                <a:r>
                  <a:rPr lang="en-US" sz="1700" dirty="0"/>
                  <a:t> </a:t>
                </a:r>
                <a:r>
                  <a:rPr lang="en-US" sz="1700" dirty="0" err="1"/>
                  <a:t>nhanh</a:t>
                </a:r>
                <a:r>
                  <a:rPr lang="en-US" sz="1700" dirty="0"/>
                  <a:t> </a:t>
                </a:r>
                <a:r>
                  <a:rPr lang="en-US" sz="1700" dirty="0" err="1"/>
                  <a:t>với</a:t>
                </a:r>
                <a:r>
                  <a:rPr lang="en-US" sz="1700" dirty="0"/>
                  <a:t> </a:t>
                </a:r>
                <a:r>
                  <a:rPr lang="en-US" sz="1700" dirty="0" err="1"/>
                  <a:t>các</a:t>
                </a:r>
                <a:r>
                  <a:rPr lang="en-US" sz="1700" dirty="0"/>
                  <a:t> </a:t>
                </a:r>
                <a:r>
                  <a:rPr lang="en-US" sz="1700" dirty="0" err="1"/>
                  <a:t>thay</a:t>
                </a:r>
                <a:r>
                  <a:rPr lang="en-US" sz="1700" dirty="0"/>
                  <a:t> </a:t>
                </a:r>
                <a:r>
                  <a:rPr lang="en-US" sz="1700" dirty="0" err="1"/>
                  <a:t>đổi</a:t>
                </a:r>
                <a:endParaRPr lang="en-US" sz="1700" dirty="0"/>
              </a:p>
              <a:p>
                <a:pPr marL="457200" lvl="1" indent="0">
                  <a:lnSpc>
                    <a:spcPct val="150000"/>
                  </a:lnSpc>
                  <a:buNone/>
                </a:pPr>
                <a:r>
                  <a:rPr lang="en-US" sz="1700" dirty="0" err="1"/>
                  <a:t>trạng</a:t>
                </a:r>
                <a:r>
                  <a:rPr lang="en-US" sz="1700" dirty="0"/>
                  <a:t> </a:t>
                </a:r>
                <a:r>
                  <a:rPr lang="en-US" sz="1700" dirty="0" err="1"/>
                  <a:t>thái</a:t>
                </a:r>
                <a:r>
                  <a:rPr lang="en-US" sz="1700" dirty="0"/>
                  <a:t> </a:t>
                </a:r>
                <a:r>
                  <a:rPr lang="en-US" sz="1700" dirty="0" err="1"/>
                  <a:t>đã</a:t>
                </a:r>
                <a:r>
                  <a:rPr lang="en-US" sz="1700" dirty="0"/>
                  <a:t> </a:t>
                </a:r>
                <a:r>
                  <a:rPr lang="en-US" sz="1700" dirty="0" err="1"/>
                  <a:t>biết</a:t>
                </a:r>
                <a:r>
                  <a:rPr lang="en-US" sz="1700" dirty="0"/>
                  <a:t> </a:t>
                </a:r>
                <a:r>
                  <a:rPr lang="en-US" sz="1700" dirty="0" err="1"/>
                  <a:t>trước</a:t>
                </a:r>
                <a:endParaRPr lang="en-US" sz="1700" dirty="0"/>
              </a:p>
              <a:p>
                <a:pPr>
                  <a:lnSpc>
                    <a:spcPct val="150000"/>
                  </a:lnSpc>
                </a:pPr>
                <a:r>
                  <a:rPr lang="en-US" sz="1700" dirty="0" err="1"/>
                  <a:t>Nhược</a:t>
                </a:r>
                <a:r>
                  <a:rPr lang="en-US" sz="1700" dirty="0"/>
                  <a:t> </a:t>
                </a:r>
                <a:r>
                  <a:rPr lang="en-US" sz="1700" dirty="0" err="1"/>
                  <a:t>điểm</a:t>
                </a:r>
                <a:r>
                  <a:rPr lang="en-US" sz="1700" dirty="0"/>
                  <a:t> :</a:t>
                </a:r>
              </a:p>
              <a:p>
                <a:pPr lvl="1">
                  <a:lnSpc>
                    <a:spcPct val="150000"/>
                  </a:lnSpc>
                </a:pPr>
                <a:r>
                  <a:rPr lang="en-US" sz="1700" dirty="0" err="1"/>
                  <a:t>Phụ</a:t>
                </a:r>
                <a:r>
                  <a:rPr lang="en-US" sz="1700" dirty="0"/>
                  <a:t> </a:t>
                </a:r>
                <a:r>
                  <a:rPr lang="en-US" sz="1700" dirty="0" err="1"/>
                  <a:t>thuộc</a:t>
                </a:r>
                <a:r>
                  <a:rPr lang="en-US" sz="1700" dirty="0"/>
                  <a:t> </a:t>
                </a:r>
                <a:r>
                  <a:rPr lang="en-US" sz="1700" dirty="0" err="1"/>
                  <a:t>vào</a:t>
                </a:r>
                <a:r>
                  <a:rPr lang="en-US" sz="1700" dirty="0"/>
                  <a:t> </a:t>
                </a:r>
                <a:r>
                  <a:rPr lang="en-US" sz="1700" dirty="0" err="1"/>
                  <a:t>mô</a:t>
                </a:r>
                <a:r>
                  <a:rPr lang="en-US" sz="1700" dirty="0"/>
                  <a:t> </a:t>
                </a:r>
                <a:r>
                  <a:rPr lang="en-US" sz="1700" dirty="0" err="1"/>
                  <a:t>hình</a:t>
                </a:r>
                <a:r>
                  <a:rPr lang="en-US" sz="1700" dirty="0"/>
                  <a:t> </a:t>
                </a:r>
                <a:r>
                  <a:rPr lang="en-US" sz="1700" dirty="0" err="1"/>
                  <a:t>toán</a:t>
                </a:r>
                <a:r>
                  <a:rPr lang="en-US" sz="1700" dirty="0"/>
                  <a:t> </a:t>
                </a:r>
                <a:r>
                  <a:rPr lang="en-US" sz="1700" dirty="0" err="1"/>
                  <a:t>học</a:t>
                </a:r>
                <a:endParaRPr lang="en-US" sz="1700" dirty="0"/>
              </a:p>
            </p:txBody>
          </p:sp>
        </mc:Choice>
        <mc:Fallback xmlns="">
          <p:sp>
            <p:nvSpPr>
              <p:cNvPr id="4" name="Content Placeholder 3">
                <a:extLst>
                  <a:ext uri="{FF2B5EF4-FFF2-40B4-BE49-F238E27FC236}">
                    <a16:creationId xmlns:a16="http://schemas.microsoft.com/office/drawing/2014/main" id="{EA721A70-3E14-E8FE-1DC3-F52C6DA6AFAD}"/>
                  </a:ext>
                </a:extLst>
              </p:cNvPr>
              <p:cNvSpPr>
                <a:spLocks noGrp="1" noRot="1" noChangeAspect="1" noMove="1" noResize="1" noEditPoints="1" noAdjustHandles="1" noChangeArrowheads="1" noChangeShapeType="1" noTextEdit="1"/>
              </p:cNvSpPr>
              <p:nvPr>
                <p:ph sz="half" idx="2"/>
              </p:nvPr>
            </p:nvSpPr>
            <p:spPr>
              <a:xfrm>
                <a:off x="4707576" y="1230239"/>
                <a:ext cx="4201347" cy="4351338"/>
              </a:xfrm>
              <a:blipFill>
                <a:blip r:embed="rId4"/>
                <a:stretch>
                  <a:fillRect l="-726"/>
                </a:stretch>
              </a:blipFill>
            </p:spPr>
            <p:txBody>
              <a:bodyPr/>
              <a:lstStyle/>
              <a:p>
                <a:r>
                  <a:rPr lang="en-US">
                    <a:noFill/>
                  </a:rPr>
                  <a:t> </a:t>
                </a:r>
              </a:p>
            </p:txBody>
          </p:sp>
        </mc:Fallback>
      </mc:AlternateContent>
      <p:sp>
        <p:nvSpPr>
          <p:cNvPr id="5" name="Title 2">
            <a:extLst>
              <a:ext uri="{FF2B5EF4-FFF2-40B4-BE49-F238E27FC236}">
                <a16:creationId xmlns:a16="http://schemas.microsoft.com/office/drawing/2014/main" id="{0F8861C2-21BE-541A-B62F-515491A91B73}"/>
              </a:ext>
            </a:extLst>
          </p:cNvPr>
          <p:cNvSpPr>
            <a:spLocks noGrp="1"/>
          </p:cNvSpPr>
          <p:nvPr>
            <p:ph type="title"/>
          </p:nvPr>
        </p:nvSpPr>
        <p:spPr>
          <a:xfrm>
            <a:off x="235077" y="78617"/>
            <a:ext cx="8673846" cy="451739"/>
          </a:xfrm>
        </p:spPr>
        <p:txBody>
          <a:bodyPr>
            <a:normAutofit fontScale="90000"/>
          </a:bodyPr>
          <a:lstStyle/>
          <a:p>
            <a:r>
              <a:rPr lang="vi-VN" dirty="0"/>
              <a:t>2. Phương pháp nghiên cứu</a:t>
            </a:r>
            <a:endParaRPr lang="en-US" dirty="0"/>
          </a:p>
        </p:txBody>
      </p:sp>
      <p:sp>
        <p:nvSpPr>
          <p:cNvPr id="6" name="Text Placeholder 3">
            <a:extLst>
              <a:ext uri="{FF2B5EF4-FFF2-40B4-BE49-F238E27FC236}">
                <a16:creationId xmlns:a16="http://schemas.microsoft.com/office/drawing/2014/main" id="{61499D31-C54C-D542-F349-3B0A6D478168}"/>
              </a:ext>
            </a:extLst>
          </p:cNvPr>
          <p:cNvSpPr txBox="1">
            <a:spLocks/>
          </p:cNvSpPr>
          <p:nvPr/>
        </p:nvSpPr>
        <p:spPr>
          <a:xfrm>
            <a:off x="235077" y="862584"/>
            <a:ext cx="8674100" cy="51328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vi-VN" sz="1800" dirty="0">
              <a:latin typeface="Times New Roman" panose="02020603050405020304" pitchFamily="18" charset="0"/>
              <a:ea typeface="Times New Roman" panose="02020603050405020304" pitchFamily="18" charset="0"/>
            </a:endParaRPr>
          </a:p>
        </p:txBody>
      </p:sp>
      <p:cxnSp>
        <p:nvCxnSpPr>
          <p:cNvPr id="8" name="Straight Connector 7">
            <a:extLst>
              <a:ext uri="{FF2B5EF4-FFF2-40B4-BE49-F238E27FC236}">
                <a16:creationId xmlns:a16="http://schemas.microsoft.com/office/drawing/2014/main" id="{3EC31C16-3450-0F4A-3E2A-2904788E69DC}"/>
              </a:ext>
            </a:extLst>
          </p:cNvPr>
          <p:cNvCxnSpPr>
            <a:cxnSpLocks/>
          </p:cNvCxnSpPr>
          <p:nvPr/>
        </p:nvCxnSpPr>
        <p:spPr>
          <a:xfrm>
            <a:off x="4572000" y="1370050"/>
            <a:ext cx="0" cy="4117900"/>
          </a:xfrm>
          <a:prstGeom prst="line">
            <a:avLst/>
          </a:prstGeom>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C249526C-5BD9-0570-AD4F-4318D7321D8E}"/>
              </a:ext>
            </a:extLst>
          </p:cNvPr>
          <p:cNvSpPr txBox="1"/>
          <p:nvPr/>
        </p:nvSpPr>
        <p:spPr>
          <a:xfrm>
            <a:off x="234823" y="799352"/>
            <a:ext cx="3594227" cy="430887"/>
          </a:xfrm>
          <a:prstGeom prst="rect">
            <a:avLst/>
          </a:prstGeom>
          <a:noFill/>
        </p:spPr>
        <p:txBody>
          <a:bodyPr wrap="square">
            <a:spAutoFit/>
          </a:bodyPr>
          <a:lstStyle/>
          <a:p>
            <a:pPr marL="0" indent="0">
              <a:lnSpc>
                <a:spcPct val="100000"/>
              </a:lnSpc>
              <a:buFont typeface="Arial" panose="020B0604020202020204" pitchFamily="34" charset="0"/>
              <a:buNone/>
            </a:pPr>
            <a:r>
              <a:rPr lang="vi-VN" sz="2200" dirty="0">
                <a:latin typeface="Lato "/>
              </a:rPr>
              <a:t>2.</a:t>
            </a:r>
            <a:r>
              <a:rPr lang="en-US" sz="2200" dirty="0">
                <a:latin typeface="Lato "/>
              </a:rPr>
              <a:t>4</a:t>
            </a:r>
            <a:r>
              <a:rPr lang="vi-VN" sz="2200" dirty="0">
                <a:latin typeface="Lato "/>
              </a:rPr>
              <a:t>. Thiết kế bộ điều khiển</a:t>
            </a:r>
            <a:endParaRPr lang="en-US" sz="2200" dirty="0">
              <a:latin typeface="Lato "/>
            </a:endParaRPr>
          </a:p>
        </p:txBody>
      </p:sp>
      <p:sp>
        <p:nvSpPr>
          <p:cNvPr id="2" name="Slide Number Placeholder 1">
            <a:extLst>
              <a:ext uri="{FF2B5EF4-FFF2-40B4-BE49-F238E27FC236}">
                <a16:creationId xmlns:a16="http://schemas.microsoft.com/office/drawing/2014/main" id="{03B99A4C-E117-A821-0AB2-4BDF564F5D55}"/>
              </a:ext>
            </a:extLst>
          </p:cNvPr>
          <p:cNvSpPr>
            <a:spLocks noGrp="1"/>
          </p:cNvSpPr>
          <p:nvPr>
            <p:ph type="sldNum" sz="quarter" idx="12"/>
          </p:nvPr>
        </p:nvSpPr>
        <p:spPr>
          <a:xfrm>
            <a:off x="6867383" y="6572130"/>
            <a:ext cx="2057400" cy="365125"/>
          </a:xfrm>
        </p:spPr>
        <p:txBody>
          <a:bodyPr/>
          <a:lstStyle/>
          <a:p>
            <a:fld id="{9EA0BE3B-158A-4EDF-80DC-E394A0D1600F}" type="slidenum">
              <a:rPr lang="en-US" smtClean="0"/>
              <a:pPr/>
              <a:t>12</a:t>
            </a:fld>
            <a:endParaRPr lang="en-US" dirty="0"/>
          </a:p>
        </p:txBody>
      </p:sp>
      <p:sp>
        <p:nvSpPr>
          <p:cNvPr id="7" name="TextBox 6">
            <a:extLst>
              <a:ext uri="{FF2B5EF4-FFF2-40B4-BE49-F238E27FC236}">
                <a16:creationId xmlns:a16="http://schemas.microsoft.com/office/drawing/2014/main" id="{4891A212-0A69-9477-CB9F-499193ADA328}"/>
              </a:ext>
            </a:extLst>
          </p:cNvPr>
          <p:cNvSpPr txBox="1"/>
          <p:nvPr/>
        </p:nvSpPr>
        <p:spPr>
          <a:xfrm>
            <a:off x="234823" y="5672250"/>
            <a:ext cx="8258174" cy="646331"/>
          </a:xfrm>
          <a:prstGeom prst="rect">
            <a:avLst/>
          </a:prstGeom>
          <a:noFill/>
        </p:spPr>
        <p:txBody>
          <a:bodyPr wrap="square" rtlCol="0">
            <a:spAutoFit/>
          </a:bodyPr>
          <a:lstStyle/>
          <a:p>
            <a:pPr marL="285750" indent="-285750">
              <a:buFont typeface="Wingdings" panose="05000000000000000000" pitchFamily="2" charset="2"/>
              <a:buChar char="v"/>
            </a:pPr>
            <a:r>
              <a:rPr lang="en-US" dirty="0" err="1">
                <a:latin typeface="Lato "/>
              </a:rPr>
              <a:t>Kết</a:t>
            </a:r>
            <a:r>
              <a:rPr lang="en-US" dirty="0">
                <a:latin typeface="Lato "/>
              </a:rPr>
              <a:t> </a:t>
            </a:r>
            <a:r>
              <a:rPr lang="en-US" dirty="0" err="1">
                <a:latin typeface="Lato "/>
              </a:rPr>
              <a:t>hợp</a:t>
            </a:r>
            <a:r>
              <a:rPr lang="en-US" dirty="0">
                <a:latin typeface="Lato "/>
              </a:rPr>
              <a:t> 2 </a:t>
            </a:r>
            <a:r>
              <a:rPr lang="en-US" dirty="0" err="1">
                <a:latin typeface="Lato "/>
              </a:rPr>
              <a:t>bộ</a:t>
            </a:r>
            <a:r>
              <a:rPr lang="en-US" dirty="0">
                <a:latin typeface="Lato "/>
              </a:rPr>
              <a:t> </a:t>
            </a:r>
            <a:r>
              <a:rPr lang="en-US" dirty="0" err="1">
                <a:latin typeface="Lato "/>
              </a:rPr>
              <a:t>điều</a:t>
            </a:r>
            <a:r>
              <a:rPr lang="en-US" dirty="0">
                <a:latin typeface="Lato "/>
              </a:rPr>
              <a:t> </a:t>
            </a:r>
            <a:r>
              <a:rPr lang="en-US" dirty="0" err="1">
                <a:latin typeface="Lato "/>
              </a:rPr>
              <a:t>khiển</a:t>
            </a:r>
            <a:r>
              <a:rPr lang="en-US" dirty="0">
                <a:latin typeface="Lato "/>
              </a:rPr>
              <a:t> </a:t>
            </a:r>
            <a:r>
              <a:rPr lang="en-US" dirty="0" err="1">
                <a:latin typeface="Lato "/>
              </a:rPr>
              <a:t>cho</a:t>
            </a:r>
            <a:r>
              <a:rPr lang="en-US" dirty="0">
                <a:latin typeface="Lato "/>
              </a:rPr>
              <a:t> </a:t>
            </a:r>
            <a:r>
              <a:rPr lang="en-US" dirty="0" err="1">
                <a:latin typeface="Lato "/>
              </a:rPr>
              <a:t>phép</a:t>
            </a:r>
            <a:r>
              <a:rPr lang="en-US" dirty="0">
                <a:latin typeface="Lato "/>
              </a:rPr>
              <a:t> </a:t>
            </a:r>
            <a:r>
              <a:rPr lang="en-US" dirty="0" err="1">
                <a:latin typeface="Lato "/>
              </a:rPr>
              <a:t>bám</a:t>
            </a:r>
            <a:r>
              <a:rPr lang="en-US" dirty="0">
                <a:latin typeface="Lato "/>
              </a:rPr>
              <a:t> </a:t>
            </a:r>
            <a:r>
              <a:rPr lang="en-US" dirty="0" err="1">
                <a:latin typeface="Lato "/>
              </a:rPr>
              <a:t>quỹ</a:t>
            </a:r>
            <a:r>
              <a:rPr lang="en-US" dirty="0">
                <a:latin typeface="Lato "/>
              </a:rPr>
              <a:t> </a:t>
            </a:r>
            <a:r>
              <a:rPr lang="en-US" dirty="0" err="1">
                <a:latin typeface="Lato "/>
              </a:rPr>
              <a:t>đạo</a:t>
            </a:r>
            <a:r>
              <a:rPr lang="en-US" dirty="0">
                <a:latin typeface="Lato "/>
              </a:rPr>
              <a:t> </a:t>
            </a:r>
            <a:r>
              <a:rPr lang="en-US" dirty="0" err="1">
                <a:latin typeface="Lato "/>
              </a:rPr>
              <a:t>chính</a:t>
            </a:r>
            <a:r>
              <a:rPr lang="en-US" dirty="0">
                <a:latin typeface="Lato "/>
              </a:rPr>
              <a:t> </a:t>
            </a:r>
            <a:r>
              <a:rPr lang="en-US" dirty="0" err="1">
                <a:latin typeface="Lato "/>
              </a:rPr>
              <a:t>xác</a:t>
            </a:r>
            <a:r>
              <a:rPr lang="en-US" dirty="0">
                <a:latin typeface="Lato "/>
              </a:rPr>
              <a:t> </a:t>
            </a:r>
            <a:r>
              <a:rPr lang="en-US" dirty="0" err="1">
                <a:latin typeface="Lato "/>
              </a:rPr>
              <a:t>và</a:t>
            </a:r>
            <a:r>
              <a:rPr lang="en-US" dirty="0">
                <a:latin typeface="Lato "/>
              </a:rPr>
              <a:t> </a:t>
            </a:r>
            <a:r>
              <a:rPr lang="en-US" dirty="0" err="1">
                <a:latin typeface="Lato "/>
              </a:rPr>
              <a:t>ổn</a:t>
            </a:r>
            <a:r>
              <a:rPr lang="en-US" dirty="0">
                <a:latin typeface="Lato "/>
              </a:rPr>
              <a:t> </a:t>
            </a:r>
            <a:r>
              <a:rPr lang="en-US" dirty="0" err="1">
                <a:latin typeface="Lato "/>
              </a:rPr>
              <a:t>định</a:t>
            </a:r>
            <a:endParaRPr lang="en-US" dirty="0">
              <a:latin typeface="Lato "/>
            </a:endParaRPr>
          </a:p>
          <a:p>
            <a:endParaRPr lang="en-US" dirty="0"/>
          </a:p>
        </p:txBody>
      </p:sp>
    </p:spTree>
    <p:extLst>
      <p:ext uri="{BB962C8B-B14F-4D97-AF65-F5344CB8AC3E}">
        <p14:creationId xmlns:p14="http://schemas.microsoft.com/office/powerpoint/2010/main" val="3581903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DA61B-0951-E37F-3CCF-22040D01528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2EEF7A-418F-DB8C-B5B1-66CCFDE0B58B}"/>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3" name="Title 2">
            <a:extLst>
              <a:ext uri="{FF2B5EF4-FFF2-40B4-BE49-F238E27FC236}">
                <a16:creationId xmlns:a16="http://schemas.microsoft.com/office/drawing/2014/main" id="{CE804BEF-7F6F-8F12-3ABF-6BE479E738F6}"/>
              </a:ext>
            </a:extLst>
          </p:cNvPr>
          <p:cNvSpPr>
            <a:spLocks noGrp="1"/>
          </p:cNvSpPr>
          <p:nvPr>
            <p:ph type="title"/>
          </p:nvPr>
        </p:nvSpPr>
        <p:spPr/>
        <p:txBody>
          <a:bodyPr>
            <a:normAutofit fontScale="90000"/>
          </a:bodyPr>
          <a:lstStyle/>
          <a:p>
            <a:r>
              <a:rPr lang="vi-VN" dirty="0"/>
              <a:t>2. Phương pháp nghiên cứu</a:t>
            </a: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FC337F1-00FB-A108-01D6-81CA97F04C37}"/>
                  </a:ext>
                </a:extLst>
              </p:cNvPr>
              <p:cNvSpPr txBox="1"/>
              <p:nvPr/>
            </p:nvSpPr>
            <p:spPr>
              <a:xfrm>
                <a:off x="235077" y="1256824"/>
                <a:ext cx="8673846" cy="1490729"/>
              </a:xfrm>
              <a:prstGeom prst="rect">
                <a:avLst/>
              </a:prstGeom>
              <a:noFill/>
            </p:spPr>
            <p:txBody>
              <a:bodyPr wrap="square">
                <a:spAutoFit/>
              </a:bodyPr>
              <a:lstStyle/>
              <a:p>
                <a:pPr>
                  <a:lnSpc>
                    <a:spcPct val="150000"/>
                  </a:lnSpc>
                </a:pPr>
                <a:r>
                  <a:rPr lang="en-US" dirty="0" err="1">
                    <a:latin typeface="Lato" panose="020F0502020204030203" pitchFamily="34" charset="0"/>
                    <a:ea typeface="Lato" panose="020F0502020204030203" pitchFamily="34" charset="0"/>
                    <a:cs typeface="Lato" panose="020F0502020204030203" pitchFamily="34" charset="0"/>
                  </a:rPr>
                  <a:t>Bộ</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điều</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khiển</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sử</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dụng</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trong</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mô</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hình</a:t>
                </a:r>
                <a:r>
                  <a:rPr lang="en-US" dirty="0">
                    <a:latin typeface="Lato" panose="020F0502020204030203" pitchFamily="34" charset="0"/>
                    <a:ea typeface="Lato" panose="020F0502020204030203" pitchFamily="34" charset="0"/>
                    <a:cs typeface="Lato" panose="020F0502020204030203" pitchFamily="34" charset="0"/>
                  </a:rPr>
                  <a:t> :</a:t>
                </a:r>
              </a:p>
              <a:p>
                <a:pPr marL="285750" indent="-285750">
                  <a:lnSpc>
                    <a:spcPct val="150000"/>
                  </a:lnSpc>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Lực </a:t>
                </a:r>
                <a:r>
                  <a:rPr lang="en-US" dirty="0" err="1">
                    <a:latin typeface="Lato" panose="020F0502020204030203" pitchFamily="34" charset="0"/>
                    <a:ea typeface="Lato" panose="020F0502020204030203" pitchFamily="34" charset="0"/>
                    <a:cs typeface="Lato" panose="020F0502020204030203" pitchFamily="34" charset="0"/>
                  </a:rPr>
                  <a:t>điều</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khiển</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tổng</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quát</a:t>
                </a:r>
                <a:r>
                  <a:rPr lang="en-US" dirty="0">
                    <a:latin typeface="Lato" panose="020F0502020204030203" pitchFamily="34" charset="0"/>
                    <a:ea typeface="Lato" panose="020F0502020204030203" pitchFamily="34" charset="0"/>
                    <a:cs typeface="Lato" panose="020F0502020204030203" pitchFamily="34" charset="0"/>
                  </a:rPr>
                  <a:t> </a:t>
                </a:r>
                <a:endParaRPr lang="en-US" i="1" dirty="0">
                  <a:latin typeface="Lato" panose="020F0502020204030203" pitchFamily="34" charset="0"/>
                  <a:ea typeface="Lato" panose="020F0502020204030203" pitchFamily="34" charset="0"/>
                  <a:cs typeface="Lato" panose="020F0502020204030203" pitchFamily="34" charset="0"/>
                </a:endParaRPr>
              </a:p>
              <a:p>
                <a:pPr algn="ctr">
                  <a:lnSpc>
                    <a:spcPct val="150000"/>
                  </a:lnSpc>
                </a:pPr>
                <a:r>
                  <a:rPr lang="en-US" i="1" dirty="0">
                    <a:latin typeface="Lato" panose="020F0502020204030203" pitchFamily="34" charset="0"/>
                    <a:ea typeface="Lato" panose="020F0502020204030203" pitchFamily="34" charset="0"/>
                    <a:cs typeface="Lato" panose="020F0502020204030203" pitchFamily="34" charset="0"/>
                  </a:rPr>
                  <a:t>                </a:t>
                </a:r>
                <a14:m>
                  <m:oMath xmlns:m="http://schemas.openxmlformats.org/officeDocument/2006/math">
                    <m:r>
                      <a:rPr lang="vi-VN" i="1">
                        <a:latin typeface="Cambria Math" panose="02040503050406030204" pitchFamily="18" charset="0"/>
                        <a:ea typeface="Times New Roman" panose="02020603050405020304" pitchFamily="18" charset="0"/>
                        <a:cs typeface="Times New Roman" panose="02020603050405020304" pitchFamily="18" charset="0"/>
                      </a:rPr>
                      <m:t>𝑢</m:t>
                    </m:r>
                    <m:d>
                      <m:dPr>
                        <m:ctrlPr>
                          <a:rPr lang="vi-VN" i="1">
                            <a:latin typeface="Cambria Math" panose="02040503050406030204" pitchFamily="18" charset="0"/>
                          </a:rPr>
                        </m:ctrlPr>
                      </m:dPr>
                      <m:e>
                        <m:r>
                          <a:rPr lang="vi-VN" i="1">
                            <a:latin typeface="Cambria Math" panose="02040503050406030204" pitchFamily="18" charset="0"/>
                            <a:ea typeface="Times New Roman" panose="02020603050405020304" pitchFamily="18" charset="0"/>
                            <a:cs typeface="Times New Roman" panose="02020603050405020304" pitchFamily="18" charset="0"/>
                          </a:rPr>
                          <m:t>𝑡</m:t>
                        </m:r>
                      </m:e>
                    </m:d>
                    <m:r>
                      <a:rPr lang="vi-VN">
                        <a:latin typeface="Cambria Math" panose="02040503050406030204" pitchFamily="18" charset="0"/>
                        <a:ea typeface="Times New Roman" panose="02020603050405020304" pitchFamily="18" charset="0"/>
                        <a:cs typeface="Times New Roman" panose="02020603050405020304" pitchFamily="18" charset="0"/>
                      </a:rPr>
                      <m:t>=</m:t>
                    </m:r>
                    <m:sSub>
                      <m:sSubPr>
                        <m:ctrlPr>
                          <a:rPr lang="vi-VN" i="1">
                            <a:latin typeface="Cambria Math" panose="02040503050406030204" pitchFamily="18" charset="0"/>
                          </a:rPr>
                        </m:ctrlPr>
                      </m:sSubPr>
                      <m:e>
                        <m:r>
                          <m:rPr>
                            <m:sty m:val="p"/>
                          </m:rPr>
                          <a:rPr lang="en-US" b="0" i="1" smtClean="0">
                            <a:latin typeface="Cambria Math" panose="02040503050406030204" pitchFamily="18" charset="0"/>
                          </a:rPr>
                          <m:t>u</m:t>
                        </m:r>
                        <m:r>
                          <a:rPr lang="en-US" b="0" i="1" smtClean="0">
                            <a:latin typeface="Cambria Math" panose="02040503050406030204" pitchFamily="18" charset="0"/>
                          </a:rPr>
                          <m:t>(</m:t>
                        </m:r>
                        <m:r>
                          <m:rPr>
                            <m:sty m:val="p"/>
                          </m:rPr>
                          <a:rPr lang="en-US" b="0" i="1" smtClean="0">
                            <a:latin typeface="Cambria Math" panose="02040503050406030204" pitchFamily="18" charset="0"/>
                          </a:rPr>
                          <m:t>t</m:t>
                        </m:r>
                        <m:r>
                          <a:rPr lang="en-US" b="0" i="1" smtClean="0">
                            <a:latin typeface="Cambria Math" panose="02040503050406030204" pitchFamily="18" charset="0"/>
                          </a:rPr>
                          <m:t>)</m:t>
                        </m:r>
                      </m:e>
                      <m:sub>
                        <m:r>
                          <a:rPr lang="en-US" i="1">
                            <a:latin typeface="Cambria Math" panose="02040503050406030204" pitchFamily="18" charset="0"/>
                            <a:ea typeface="Times New Roman" panose="02020603050405020304" pitchFamily="18" charset="0"/>
                            <a:cs typeface="Times New Roman" panose="02020603050405020304" pitchFamily="18" charset="0"/>
                          </a:rPr>
                          <m:t>𝑓𝑓</m:t>
                        </m:r>
                      </m:sub>
                    </m:sSub>
                  </m:oMath>
                </a14:m>
                <a:r>
                  <a:rPr lang="en-US" dirty="0"/>
                  <a:t> +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ea typeface="Times New Roman" panose="02020603050405020304" pitchFamily="18" charset="0"/>
                            <a:cs typeface="Times New Roman" panose="02020603050405020304" pitchFamily="18" charset="0"/>
                          </a:rPr>
                          <m:t>𝐾</m:t>
                        </m:r>
                      </m:e>
                      <m:sub>
                        <m:r>
                          <a:rPr lang="vi-VN" i="1">
                            <a:latin typeface="Cambria Math" panose="02040503050406030204" pitchFamily="18" charset="0"/>
                            <a:ea typeface="Times New Roman" panose="02020603050405020304" pitchFamily="18" charset="0"/>
                            <a:cs typeface="Times New Roman" panose="02020603050405020304" pitchFamily="18" charset="0"/>
                          </a:rPr>
                          <m:t>𝑝</m:t>
                        </m:r>
                      </m:sub>
                    </m:sSub>
                    <m:r>
                      <a:rPr lang="vi-VN">
                        <a:latin typeface="Cambria Math" panose="02040503050406030204" pitchFamily="18" charset="0"/>
                        <a:ea typeface="Times New Roman" panose="02020603050405020304" pitchFamily="18" charset="0"/>
                        <a:cs typeface="Times New Roman" panose="02020603050405020304" pitchFamily="18" charset="0"/>
                      </a:rPr>
                      <m:t>.</m:t>
                    </m:r>
                    <m:r>
                      <a:rPr lang="vi-VN" i="1">
                        <a:latin typeface="Cambria Math" panose="02040503050406030204" pitchFamily="18" charset="0"/>
                        <a:ea typeface="Times New Roman" panose="02020603050405020304" pitchFamily="18" charset="0"/>
                        <a:cs typeface="Times New Roman" panose="02020603050405020304" pitchFamily="18" charset="0"/>
                      </a:rPr>
                      <m:t>𝑒</m:t>
                    </m:r>
                    <m:d>
                      <m:dPr>
                        <m:ctrlPr>
                          <a:rPr lang="vi-VN" i="1">
                            <a:latin typeface="Cambria Math" panose="02040503050406030204" pitchFamily="18" charset="0"/>
                          </a:rPr>
                        </m:ctrlPr>
                      </m:dPr>
                      <m:e>
                        <m:r>
                          <a:rPr lang="vi-VN" i="1">
                            <a:latin typeface="Cambria Math" panose="02040503050406030204" pitchFamily="18" charset="0"/>
                            <a:ea typeface="Times New Roman" panose="02020603050405020304" pitchFamily="18" charset="0"/>
                            <a:cs typeface="Times New Roman" panose="02020603050405020304" pitchFamily="18" charset="0"/>
                          </a:rPr>
                          <m:t>𝑡</m:t>
                        </m:r>
                      </m:e>
                    </m:d>
                    <m:r>
                      <a:rPr lang="vi-VN">
                        <a:latin typeface="Cambria Math" panose="02040503050406030204" pitchFamily="18" charset="0"/>
                        <a:ea typeface="Times New Roman" panose="02020603050405020304" pitchFamily="18" charset="0"/>
                        <a:cs typeface="Times New Roman" panose="02020603050405020304" pitchFamily="18" charset="0"/>
                      </a:rPr>
                      <m:t>+</m:t>
                    </m:r>
                    <m:sSub>
                      <m:sSubPr>
                        <m:ctrlPr>
                          <a:rPr lang="vi-VN" i="1">
                            <a:latin typeface="Cambria Math" panose="02040503050406030204" pitchFamily="18" charset="0"/>
                          </a:rPr>
                        </m:ctrlPr>
                      </m:sSubPr>
                      <m:e>
                        <m:r>
                          <a:rPr lang="vi-VN" i="1">
                            <a:latin typeface="Cambria Math" panose="02040503050406030204" pitchFamily="18" charset="0"/>
                            <a:ea typeface="Times New Roman" panose="02020603050405020304" pitchFamily="18" charset="0"/>
                            <a:cs typeface="Times New Roman" panose="02020603050405020304" pitchFamily="18" charset="0"/>
                          </a:rPr>
                          <m:t>𝐾</m:t>
                        </m:r>
                      </m:e>
                      <m:sub>
                        <m:r>
                          <a:rPr lang="vi-VN" i="1">
                            <a:latin typeface="Cambria Math" panose="02040503050406030204" pitchFamily="18" charset="0"/>
                            <a:ea typeface="Times New Roman" panose="02020603050405020304" pitchFamily="18" charset="0"/>
                            <a:cs typeface="Times New Roman" panose="02020603050405020304" pitchFamily="18" charset="0"/>
                          </a:rPr>
                          <m:t>𝑑</m:t>
                        </m:r>
                      </m:sub>
                    </m:sSub>
                    <m:r>
                      <a:rPr lang="vi-VN">
                        <a:latin typeface="Cambria Math" panose="02040503050406030204" pitchFamily="18" charset="0"/>
                        <a:ea typeface="Times New Roman" panose="02020603050405020304" pitchFamily="18" charset="0"/>
                        <a:cs typeface="Times New Roman" panose="02020603050405020304" pitchFamily="18" charset="0"/>
                      </a:rPr>
                      <m:t>∙</m:t>
                    </m:r>
                    <m:f>
                      <m:fPr>
                        <m:ctrlPr>
                          <a:rPr lang="vi-VN" i="1">
                            <a:latin typeface="Cambria Math" panose="02040503050406030204" pitchFamily="18" charset="0"/>
                          </a:rPr>
                        </m:ctrlPr>
                      </m:fPr>
                      <m:num>
                        <m:r>
                          <a:rPr lang="vi-VN" i="1">
                            <a:latin typeface="Cambria Math" panose="02040503050406030204" pitchFamily="18" charset="0"/>
                            <a:ea typeface="Times New Roman" panose="02020603050405020304" pitchFamily="18" charset="0"/>
                            <a:cs typeface="Times New Roman" panose="02020603050405020304" pitchFamily="18" charset="0"/>
                          </a:rPr>
                          <m:t>𝑑𝑒</m:t>
                        </m:r>
                        <m:d>
                          <m:dPr>
                            <m:ctrlPr>
                              <a:rPr lang="vi-VN" i="1">
                                <a:latin typeface="Cambria Math" panose="02040503050406030204" pitchFamily="18" charset="0"/>
                              </a:rPr>
                            </m:ctrlPr>
                          </m:dPr>
                          <m:e>
                            <m:r>
                              <a:rPr lang="vi-VN" i="1">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vi-VN" i="1">
                            <a:latin typeface="Cambria Math" panose="02040503050406030204" pitchFamily="18" charset="0"/>
                            <a:ea typeface="Times New Roman" panose="02020603050405020304" pitchFamily="18" charset="0"/>
                            <a:cs typeface="Times New Roman" panose="02020603050405020304" pitchFamily="18" charset="0"/>
                          </a:rPr>
                          <m:t>𝑑𝑡</m:t>
                        </m:r>
                      </m:den>
                    </m:f>
                  </m:oMath>
                </a14:m>
                <a:r>
                  <a:rPr lang="en-US" dirty="0"/>
                  <a:t>                 (10)</a:t>
                </a:r>
                <a:endParaRPr lang="vi-VN" dirty="0"/>
              </a:p>
            </p:txBody>
          </p:sp>
        </mc:Choice>
        <mc:Fallback xmlns="">
          <p:sp>
            <p:nvSpPr>
              <p:cNvPr id="8" name="TextBox 7">
                <a:extLst>
                  <a:ext uri="{FF2B5EF4-FFF2-40B4-BE49-F238E27FC236}">
                    <a16:creationId xmlns:a16="http://schemas.microsoft.com/office/drawing/2014/main" id="{1FC337F1-00FB-A108-01D6-81CA97F04C37}"/>
                  </a:ext>
                </a:extLst>
              </p:cNvPr>
              <p:cNvSpPr txBox="1">
                <a:spLocks noRot="1" noChangeAspect="1" noMove="1" noResize="1" noEditPoints="1" noAdjustHandles="1" noChangeArrowheads="1" noChangeShapeType="1" noTextEdit="1"/>
              </p:cNvSpPr>
              <p:nvPr/>
            </p:nvSpPr>
            <p:spPr>
              <a:xfrm>
                <a:off x="235077" y="1256824"/>
                <a:ext cx="8673846" cy="1490729"/>
              </a:xfrm>
              <a:prstGeom prst="rect">
                <a:avLst/>
              </a:prstGeom>
              <a:blipFill>
                <a:blip r:embed="rId3"/>
                <a:stretch>
                  <a:fillRect l="-633" b="-2041"/>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C6419ADC-4EFA-A872-5A8F-11BF64DD59A1}"/>
                  </a:ext>
                </a:extLst>
              </p14:cNvPr>
              <p14:cNvContentPartPr/>
              <p14:nvPr/>
            </p14:nvContentPartPr>
            <p14:xfrm>
              <a:off x="3143689" y="3913583"/>
              <a:ext cx="39600" cy="70920"/>
            </p14:xfrm>
          </p:contentPart>
        </mc:Choice>
        <mc:Fallback xmlns="">
          <p:pic>
            <p:nvPicPr>
              <p:cNvPr id="9" name="Ink 8">
                <a:extLst>
                  <a:ext uri="{FF2B5EF4-FFF2-40B4-BE49-F238E27FC236}">
                    <a16:creationId xmlns:a16="http://schemas.microsoft.com/office/drawing/2014/main" id="{C6419ADC-4EFA-A872-5A8F-11BF64DD59A1}"/>
                  </a:ext>
                </a:extLst>
              </p:cNvPr>
              <p:cNvPicPr/>
              <p:nvPr/>
            </p:nvPicPr>
            <p:blipFill>
              <a:blip r:embed="rId6"/>
              <a:stretch>
                <a:fillRect/>
              </a:stretch>
            </p:blipFill>
            <p:spPr>
              <a:xfrm>
                <a:off x="3134689" y="3904583"/>
                <a:ext cx="5724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52F46FE2-63F0-1F86-65B7-DEABCB532C0E}"/>
                  </a:ext>
                </a:extLst>
              </p14:cNvPr>
              <p14:cNvContentPartPr/>
              <p14:nvPr/>
            </p14:nvContentPartPr>
            <p14:xfrm>
              <a:off x="3144049" y="3910343"/>
              <a:ext cx="39240" cy="83160"/>
            </p14:xfrm>
          </p:contentPart>
        </mc:Choice>
        <mc:Fallback xmlns="">
          <p:pic>
            <p:nvPicPr>
              <p:cNvPr id="10" name="Ink 9">
                <a:extLst>
                  <a:ext uri="{FF2B5EF4-FFF2-40B4-BE49-F238E27FC236}">
                    <a16:creationId xmlns:a16="http://schemas.microsoft.com/office/drawing/2014/main" id="{52F46FE2-63F0-1F86-65B7-DEABCB532C0E}"/>
                  </a:ext>
                </a:extLst>
              </p:cNvPr>
              <p:cNvPicPr/>
              <p:nvPr/>
            </p:nvPicPr>
            <p:blipFill>
              <a:blip r:embed="rId8"/>
              <a:stretch>
                <a:fillRect/>
              </a:stretch>
            </p:blipFill>
            <p:spPr>
              <a:xfrm>
                <a:off x="3107716" y="3874498"/>
                <a:ext cx="111543" cy="154491"/>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B234CF0E-BAE0-239F-B7A0-9B49DF26FAD7}"/>
                  </a:ext>
                </a:extLst>
              </p14:cNvPr>
              <p14:cNvContentPartPr/>
              <p14:nvPr/>
            </p14:nvContentPartPr>
            <p14:xfrm>
              <a:off x="3013009" y="4534223"/>
              <a:ext cx="94320" cy="160200"/>
            </p14:xfrm>
          </p:contentPart>
        </mc:Choice>
        <mc:Fallback xmlns="">
          <p:pic>
            <p:nvPicPr>
              <p:cNvPr id="15" name="Ink 14">
                <a:extLst>
                  <a:ext uri="{FF2B5EF4-FFF2-40B4-BE49-F238E27FC236}">
                    <a16:creationId xmlns:a16="http://schemas.microsoft.com/office/drawing/2014/main" id="{B234CF0E-BAE0-239F-B7A0-9B49DF26FAD7}"/>
                  </a:ext>
                </a:extLst>
              </p:cNvPr>
              <p:cNvPicPr/>
              <p:nvPr/>
            </p:nvPicPr>
            <p:blipFill>
              <a:blip r:embed="rId10"/>
              <a:stretch>
                <a:fillRect/>
              </a:stretch>
            </p:blipFill>
            <p:spPr>
              <a:xfrm>
                <a:off x="2977009" y="4498304"/>
                <a:ext cx="165960" cy="231679"/>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A06CAD54-FC69-3003-E5ED-C7035B29F962}"/>
                  </a:ext>
                </a:extLst>
              </p14:cNvPr>
              <p14:cNvContentPartPr/>
              <p14:nvPr/>
            </p14:nvContentPartPr>
            <p14:xfrm>
              <a:off x="3153769" y="4628543"/>
              <a:ext cx="47880" cy="74880"/>
            </p14:xfrm>
          </p:contentPart>
        </mc:Choice>
        <mc:Fallback xmlns="">
          <p:pic>
            <p:nvPicPr>
              <p:cNvPr id="16" name="Ink 15">
                <a:extLst>
                  <a:ext uri="{FF2B5EF4-FFF2-40B4-BE49-F238E27FC236}">
                    <a16:creationId xmlns:a16="http://schemas.microsoft.com/office/drawing/2014/main" id="{A06CAD54-FC69-3003-E5ED-C7035B29F962}"/>
                  </a:ext>
                </a:extLst>
              </p:cNvPr>
              <p:cNvPicPr/>
              <p:nvPr/>
            </p:nvPicPr>
            <p:blipFill>
              <a:blip r:embed="rId12"/>
              <a:stretch>
                <a:fillRect/>
              </a:stretch>
            </p:blipFill>
            <p:spPr>
              <a:xfrm>
                <a:off x="3117769" y="4592543"/>
                <a:ext cx="119520" cy="146520"/>
              </a:xfrm>
              <a:prstGeom prst="rect">
                <a:avLst/>
              </a:prstGeom>
            </p:spPr>
          </p:pic>
        </mc:Fallback>
      </mc:AlternateContent>
      <p:sp>
        <p:nvSpPr>
          <p:cNvPr id="11" name="TextBox 10">
            <a:extLst>
              <a:ext uri="{FF2B5EF4-FFF2-40B4-BE49-F238E27FC236}">
                <a16:creationId xmlns:a16="http://schemas.microsoft.com/office/drawing/2014/main" id="{D36526CD-4A9D-1193-F342-5EC4504A50EB}"/>
              </a:ext>
            </a:extLst>
          </p:cNvPr>
          <p:cNvSpPr txBox="1"/>
          <p:nvPr/>
        </p:nvSpPr>
        <p:spPr>
          <a:xfrm>
            <a:off x="234823" y="828469"/>
            <a:ext cx="4572000" cy="430887"/>
          </a:xfrm>
          <a:prstGeom prst="rect">
            <a:avLst/>
          </a:prstGeom>
          <a:noFill/>
        </p:spPr>
        <p:txBody>
          <a:bodyPr wrap="square">
            <a:spAutoFit/>
          </a:bodyPr>
          <a:lstStyle/>
          <a:p>
            <a:pPr marL="0" indent="0">
              <a:lnSpc>
                <a:spcPct val="100000"/>
              </a:lnSpc>
              <a:buFont typeface="Arial" panose="020B0604020202020204" pitchFamily="34" charset="0"/>
              <a:buNone/>
            </a:pPr>
            <a:r>
              <a:rPr lang="vi-VN" sz="2200" dirty="0">
                <a:latin typeface="Lato "/>
              </a:rPr>
              <a:t>2.</a:t>
            </a:r>
            <a:r>
              <a:rPr lang="en-US" sz="2200" dirty="0">
                <a:latin typeface="Lato "/>
              </a:rPr>
              <a:t>4</a:t>
            </a:r>
            <a:r>
              <a:rPr lang="vi-VN" sz="2200" dirty="0">
                <a:latin typeface="Lato "/>
              </a:rPr>
              <a:t>. Thiết kế bộ điều khiển</a:t>
            </a:r>
          </a:p>
        </p:txBody>
      </p:sp>
      <p:sp>
        <p:nvSpPr>
          <p:cNvPr id="4" name="TextBox 3">
            <a:extLst>
              <a:ext uri="{FF2B5EF4-FFF2-40B4-BE49-F238E27FC236}">
                <a16:creationId xmlns:a16="http://schemas.microsoft.com/office/drawing/2014/main" id="{419940C4-DBEC-3B9A-D114-96074007EB5C}"/>
              </a:ext>
            </a:extLst>
          </p:cNvPr>
          <p:cNvSpPr txBox="1"/>
          <p:nvPr/>
        </p:nvSpPr>
        <p:spPr>
          <a:xfrm>
            <a:off x="3611640" y="6029531"/>
            <a:ext cx="1920719" cy="338554"/>
          </a:xfrm>
          <a:prstGeom prst="rect">
            <a:avLst/>
          </a:prstGeom>
          <a:noFill/>
        </p:spPr>
        <p:txBody>
          <a:bodyPr wrap="none" rtlCol="0">
            <a:spAutoFit/>
          </a:bodyPr>
          <a:lstStyle/>
          <a:p>
            <a:r>
              <a:rPr lang="en-US" sz="1600" dirty="0" err="1">
                <a:latin typeface="Lato "/>
              </a:rPr>
              <a:t>Mô</a:t>
            </a:r>
            <a:r>
              <a:rPr lang="en-US" sz="1600" dirty="0">
                <a:latin typeface="Lato "/>
              </a:rPr>
              <a:t> </a:t>
            </a:r>
            <a:r>
              <a:rPr lang="en-US" sz="1600" dirty="0" err="1">
                <a:latin typeface="Lato "/>
              </a:rPr>
              <a:t>hình</a:t>
            </a:r>
            <a:r>
              <a:rPr lang="en-US" sz="1600" dirty="0">
                <a:latin typeface="Lato "/>
              </a:rPr>
              <a:t> </a:t>
            </a:r>
            <a:r>
              <a:rPr lang="en-US" sz="1600" dirty="0" err="1">
                <a:latin typeface="Lato "/>
              </a:rPr>
              <a:t>điều</a:t>
            </a:r>
            <a:r>
              <a:rPr lang="en-US" sz="1600" dirty="0">
                <a:latin typeface="Lato "/>
              </a:rPr>
              <a:t> </a:t>
            </a:r>
            <a:r>
              <a:rPr lang="en-US" sz="1600" dirty="0" err="1">
                <a:latin typeface="Lato "/>
              </a:rPr>
              <a:t>khiển</a:t>
            </a:r>
            <a:endParaRPr lang="vi-VN" sz="1600" dirty="0">
              <a:latin typeface="Lato "/>
            </a:endParaRPr>
          </a:p>
        </p:txBody>
      </p:sp>
      <p:sp>
        <p:nvSpPr>
          <p:cNvPr id="7" name="AutoShape 4">
            <a:extLst>
              <a:ext uri="{FF2B5EF4-FFF2-40B4-BE49-F238E27FC236}">
                <a16:creationId xmlns:a16="http://schemas.microsoft.com/office/drawing/2014/main" id="{38CB6841-4058-C250-0770-C5F98E226F4F}"/>
              </a:ext>
            </a:extLst>
          </p:cNvPr>
          <p:cNvSpPr>
            <a:spLocks noChangeAspect="1" noChangeArrowheads="1"/>
          </p:cNvSpPr>
          <p:nvPr/>
        </p:nvSpPr>
        <p:spPr bwMode="auto">
          <a:xfrm>
            <a:off x="4419599" y="3276599"/>
            <a:ext cx="2248829" cy="224882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a:extLst>
              <a:ext uri="{FF2B5EF4-FFF2-40B4-BE49-F238E27FC236}">
                <a16:creationId xmlns:a16="http://schemas.microsoft.com/office/drawing/2014/main" id="{017ABED0-A802-4878-4B4A-560FE7605EA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009201" y="2836492"/>
            <a:ext cx="5595243" cy="3087031"/>
          </a:xfrm>
          <a:prstGeom prst="rect">
            <a:avLst/>
          </a:prstGeom>
        </p:spPr>
      </p:pic>
    </p:spTree>
    <p:extLst>
      <p:ext uri="{BB962C8B-B14F-4D97-AF65-F5344CB8AC3E}">
        <p14:creationId xmlns:p14="http://schemas.microsoft.com/office/powerpoint/2010/main" val="1388179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normAutofit fontScale="90000"/>
          </a:bodyPr>
          <a:lstStyle/>
          <a:p>
            <a:r>
              <a:rPr lang="vi-VN" dirty="0"/>
              <a:t>3. Mô phỏng và kết quả</a:t>
            </a:r>
            <a:endParaRPr lang="en-US" dirty="0"/>
          </a:p>
        </p:txBody>
      </p:sp>
      <p:sp>
        <p:nvSpPr>
          <p:cNvPr id="13" name="Title 1">
            <a:extLst>
              <a:ext uri="{FF2B5EF4-FFF2-40B4-BE49-F238E27FC236}">
                <a16:creationId xmlns:a16="http://schemas.microsoft.com/office/drawing/2014/main" id="{65C75D23-52D4-8F04-1FC8-365DE3490644}"/>
              </a:ext>
            </a:extLst>
          </p:cNvPr>
          <p:cNvSpPr txBox="1">
            <a:spLocks/>
          </p:cNvSpPr>
          <p:nvPr/>
        </p:nvSpPr>
        <p:spPr bwMode="auto">
          <a:xfrm>
            <a:off x="234823" y="1024039"/>
            <a:ext cx="8543638" cy="2302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a:solidFill>
                  <a:schemeClr val="tx1"/>
                </a:solidFill>
                <a:latin typeface="+mj-lt"/>
                <a:ea typeface="+mj-ea"/>
                <a:cs typeface="+mj-cs"/>
              </a:defRPr>
            </a:lvl1pPr>
            <a:lvl2pPr algn="l" rtl="0" eaLnBrk="1" fontAlgn="base" hangingPunct="1">
              <a:spcBef>
                <a:spcPct val="0"/>
              </a:spcBef>
              <a:spcAft>
                <a:spcPct val="0"/>
              </a:spcAft>
              <a:defRPr sz="4400">
                <a:solidFill>
                  <a:schemeClr val="tx1"/>
                </a:solidFill>
                <a:latin typeface="Microsoft Sans Serif" pitchFamily="34" charset="0"/>
              </a:defRPr>
            </a:lvl2pPr>
            <a:lvl3pPr algn="l" rtl="0" eaLnBrk="1" fontAlgn="base" hangingPunct="1">
              <a:spcBef>
                <a:spcPct val="0"/>
              </a:spcBef>
              <a:spcAft>
                <a:spcPct val="0"/>
              </a:spcAft>
              <a:defRPr sz="4400">
                <a:solidFill>
                  <a:schemeClr val="tx1"/>
                </a:solidFill>
                <a:latin typeface="Microsoft Sans Serif" pitchFamily="34" charset="0"/>
              </a:defRPr>
            </a:lvl3pPr>
            <a:lvl4pPr algn="l" rtl="0" eaLnBrk="1" fontAlgn="base" hangingPunct="1">
              <a:spcBef>
                <a:spcPct val="0"/>
              </a:spcBef>
              <a:spcAft>
                <a:spcPct val="0"/>
              </a:spcAft>
              <a:defRPr sz="4400">
                <a:solidFill>
                  <a:schemeClr val="tx1"/>
                </a:solidFill>
                <a:latin typeface="Microsoft Sans Serif" pitchFamily="34" charset="0"/>
              </a:defRPr>
            </a:lvl4pPr>
            <a:lvl5pPr algn="l" rtl="0" eaLnBrk="1" fontAlgn="base" hangingPunct="1">
              <a:spcBef>
                <a:spcPct val="0"/>
              </a:spcBef>
              <a:spcAft>
                <a:spcPct val="0"/>
              </a:spcAft>
              <a:defRPr sz="4400">
                <a:solidFill>
                  <a:schemeClr val="tx1"/>
                </a:solidFill>
                <a:latin typeface="Microsoft Sans Serif" pitchFamily="34" charset="0"/>
              </a:defRPr>
            </a:lvl5pPr>
            <a:lvl6pPr marL="457200" algn="l" rtl="0" eaLnBrk="1" fontAlgn="base" hangingPunct="1">
              <a:spcBef>
                <a:spcPct val="0"/>
              </a:spcBef>
              <a:spcAft>
                <a:spcPct val="0"/>
              </a:spcAft>
              <a:defRPr sz="4400">
                <a:solidFill>
                  <a:schemeClr val="tx1"/>
                </a:solidFill>
                <a:latin typeface="Microsoft Sans Serif" pitchFamily="34" charset="0"/>
              </a:defRPr>
            </a:lvl6pPr>
            <a:lvl7pPr marL="914400" algn="l" rtl="0" eaLnBrk="1" fontAlgn="base" hangingPunct="1">
              <a:spcBef>
                <a:spcPct val="0"/>
              </a:spcBef>
              <a:spcAft>
                <a:spcPct val="0"/>
              </a:spcAft>
              <a:defRPr sz="4400">
                <a:solidFill>
                  <a:schemeClr val="tx1"/>
                </a:solidFill>
                <a:latin typeface="Microsoft Sans Serif" pitchFamily="34" charset="0"/>
              </a:defRPr>
            </a:lvl7pPr>
            <a:lvl8pPr marL="1371600" algn="l" rtl="0" eaLnBrk="1" fontAlgn="base" hangingPunct="1">
              <a:spcBef>
                <a:spcPct val="0"/>
              </a:spcBef>
              <a:spcAft>
                <a:spcPct val="0"/>
              </a:spcAft>
              <a:defRPr sz="4400">
                <a:solidFill>
                  <a:schemeClr val="tx1"/>
                </a:solidFill>
                <a:latin typeface="Microsoft Sans Serif" pitchFamily="34" charset="0"/>
              </a:defRPr>
            </a:lvl8pPr>
            <a:lvl9pPr marL="1828800" algn="l" rtl="0" eaLnBrk="1" fontAlgn="base" hangingPunct="1">
              <a:spcBef>
                <a:spcPct val="0"/>
              </a:spcBef>
              <a:spcAft>
                <a:spcPct val="0"/>
              </a:spcAft>
              <a:defRPr sz="4400">
                <a:solidFill>
                  <a:schemeClr val="tx1"/>
                </a:solidFill>
                <a:latin typeface="Microsoft Sans Serif" pitchFamily="34" charset="0"/>
              </a:defRPr>
            </a:lvl9pPr>
          </a:lstStyle>
          <a:p>
            <a:pPr algn="ctr"/>
            <a:r>
              <a:rPr lang="en-US" sz="1800" dirty="0" err="1">
                <a:latin typeface="Lato" panose="020F0502020204030203" pitchFamily="34" charset="0"/>
                <a:ea typeface="Lato" panose="020F0502020204030203" pitchFamily="34" charset="0"/>
                <a:cs typeface="Lato" panose="020F0502020204030203" pitchFamily="34" charset="0"/>
              </a:rPr>
              <a:t>Xét</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hệ</a:t>
            </a:r>
            <a:r>
              <a:rPr lang="en-US" sz="1800" dirty="0">
                <a:latin typeface="Lato" panose="020F0502020204030203" pitchFamily="34" charset="0"/>
                <a:ea typeface="Lato" panose="020F0502020204030203" pitchFamily="34" charset="0"/>
                <a:cs typeface="Lato" panose="020F0502020204030203" pitchFamily="34" charset="0"/>
              </a:rPr>
              <a:t> quadrotor </a:t>
            </a:r>
            <a:r>
              <a:rPr lang="en-US" sz="1800" dirty="0" err="1">
                <a:latin typeface="Lato" panose="020F0502020204030203" pitchFamily="34" charset="0"/>
                <a:ea typeface="Lato" panose="020F0502020204030203" pitchFamily="34" charset="0"/>
                <a:cs typeface="Lato" panose="020F0502020204030203" pitchFamily="34" charset="0"/>
              </a:rPr>
              <a:t>và</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tay</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gắp</a:t>
            </a:r>
            <a:endParaRPr lang="en-US" sz="1800" dirty="0">
              <a:latin typeface="Lato" panose="020F0502020204030203" pitchFamily="34" charset="0"/>
              <a:ea typeface="Lato" panose="020F0502020204030203" pitchFamily="34" charset="0"/>
              <a:cs typeface="Lato" panose="020F0502020204030203" pitchFamily="34" charset="0"/>
            </a:endParaRPr>
          </a:p>
          <a:p>
            <a:pPr algn="ctr"/>
            <a:endParaRPr lang="en-US" sz="2000" dirty="0">
              <a:latin typeface="Lato" panose="020F0502020204030203" pitchFamily="34" charset="0"/>
              <a:ea typeface="Lato" panose="020F0502020204030203" pitchFamily="34" charset="0"/>
              <a:cs typeface="Lato" panose="020F0502020204030203" pitchFamily="34" charset="0"/>
            </a:endParaRPr>
          </a:p>
          <a:p>
            <a:pPr algn="ctr"/>
            <a:endParaRPr lang="en-US" sz="2000" dirty="0">
              <a:solidFill>
                <a:srgbClr val="7030A0"/>
              </a:solidFill>
              <a:latin typeface="Lato" panose="020F0502020204030203" pitchFamily="34" charset="0"/>
              <a:ea typeface="Lato" panose="020F0502020204030203" pitchFamily="34" charset="0"/>
              <a:cs typeface="Lato" panose="020F0502020204030203" pitchFamily="34" charset="0"/>
            </a:endParaRPr>
          </a:p>
          <a:p>
            <a:pPr algn="ctr"/>
            <a:r>
              <a:rPr lang="en-US" sz="2000" dirty="0">
                <a:solidFill>
                  <a:srgbClr val="7030A0"/>
                </a:solidFill>
                <a:latin typeface="Lato" panose="020F0502020204030203" pitchFamily="34" charset="0"/>
                <a:ea typeface="Lato" panose="020F0502020204030203" pitchFamily="34" charset="0"/>
                <a:cs typeface="Lato" panose="020F0502020204030203" pitchFamily="34" charset="0"/>
              </a:rPr>
              <a:t>                                                   </a:t>
            </a:r>
          </a:p>
          <a:p>
            <a:pPr algn="ctr"/>
            <a:endParaRPr lang="en-US" sz="2000" dirty="0">
              <a:solidFill>
                <a:srgbClr val="7030A0"/>
              </a:solidFill>
              <a:latin typeface="Lato" panose="020F0502020204030203" pitchFamily="34" charset="0"/>
              <a:ea typeface="Lato" panose="020F0502020204030203" pitchFamily="34" charset="0"/>
              <a:cs typeface="Lato" panose="020F0502020204030203" pitchFamily="34" charset="0"/>
            </a:endParaRPr>
          </a:p>
        </p:txBody>
      </p:sp>
      <p:sp>
        <p:nvSpPr>
          <p:cNvPr id="4" name="Text Placeholder 3">
            <a:extLst>
              <a:ext uri="{FF2B5EF4-FFF2-40B4-BE49-F238E27FC236}">
                <a16:creationId xmlns:a16="http://schemas.microsoft.com/office/drawing/2014/main" id="{7E0F051D-9E0C-CB3E-AA3D-21128B870BF3}"/>
              </a:ext>
            </a:extLst>
          </p:cNvPr>
          <p:cNvSpPr txBox="1">
            <a:spLocks/>
          </p:cNvSpPr>
          <p:nvPr/>
        </p:nvSpPr>
        <p:spPr>
          <a:xfrm>
            <a:off x="234823" y="844440"/>
            <a:ext cx="8674100" cy="10166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200" dirty="0"/>
              <a:t>3.1. Bài toán đặt ra </a:t>
            </a:r>
          </a:p>
        </p:txBody>
      </p:sp>
      <p:pic>
        <p:nvPicPr>
          <p:cNvPr id="5" name="Picture 4" descr="A diagram of a plane&#10;&#10;AI-generated content may be incorrect.">
            <a:extLst>
              <a:ext uri="{FF2B5EF4-FFF2-40B4-BE49-F238E27FC236}">
                <a16:creationId xmlns:a16="http://schemas.microsoft.com/office/drawing/2014/main" id="{13640070-899C-924F-385B-7F1545C8B04E}"/>
              </a:ext>
            </a:extLst>
          </p:cNvPr>
          <p:cNvPicPr>
            <a:picLocks noChangeAspect="1"/>
          </p:cNvPicPr>
          <p:nvPr/>
        </p:nvPicPr>
        <p:blipFill>
          <a:blip r:embed="rId3">
            <a:extLst>
              <a:ext uri="{28A0092B-C50C-407E-A947-70E740481C1C}">
                <a14:useLocalDpi xmlns:a14="http://schemas.microsoft.com/office/drawing/2010/main" val="0"/>
              </a:ext>
            </a:extLst>
          </a:blip>
          <a:srcRect l="5316" t="8778" r="6181" b="11945"/>
          <a:stretch>
            <a:fillRect/>
          </a:stretch>
        </p:blipFill>
        <p:spPr>
          <a:xfrm>
            <a:off x="4730036" y="2213330"/>
            <a:ext cx="4373014" cy="2675826"/>
          </a:xfrm>
          <a:prstGeom prst="rect">
            <a:avLst/>
          </a:prstGeom>
        </p:spPr>
      </p:pic>
      <mc:AlternateContent xmlns:mc="http://schemas.openxmlformats.org/markup-compatibility/2006">
        <mc:Choice xmlns:a14="http://schemas.microsoft.com/office/drawing/2010/main" Requires="a14">
          <p:graphicFrame>
            <p:nvGraphicFramePr>
              <p:cNvPr id="8" name="Table 7">
                <a:extLst>
                  <a:ext uri="{FF2B5EF4-FFF2-40B4-BE49-F238E27FC236}">
                    <a16:creationId xmlns:a16="http://schemas.microsoft.com/office/drawing/2014/main" id="{3DA25A67-0D7F-72BA-EEF2-CCEADD3DED8D}"/>
                  </a:ext>
                </a:extLst>
              </p:cNvPr>
              <p:cNvGraphicFramePr>
                <a:graphicFrameLocks noGrp="1"/>
              </p:cNvGraphicFramePr>
              <p:nvPr>
                <p:extLst>
                  <p:ext uri="{D42A27DB-BD31-4B8C-83A1-F6EECF244321}">
                    <p14:modId xmlns:p14="http://schemas.microsoft.com/office/powerpoint/2010/main" val="2351236226"/>
                  </p:ext>
                </p:extLst>
              </p:nvPr>
            </p:nvGraphicFramePr>
            <p:xfrm>
              <a:off x="365539" y="2089727"/>
              <a:ext cx="4315338" cy="3431460"/>
            </p:xfrm>
            <a:graphic>
              <a:graphicData uri="http://schemas.openxmlformats.org/drawingml/2006/table">
                <a:tbl>
                  <a:tblPr>
                    <a:tableStyleId>{5940675A-B579-460E-94D1-54222C63F5DA}</a:tableStyleId>
                  </a:tblPr>
                  <a:tblGrid>
                    <a:gridCol w="751801">
                      <a:extLst>
                        <a:ext uri="{9D8B030D-6E8A-4147-A177-3AD203B41FA5}">
                          <a16:colId xmlns:a16="http://schemas.microsoft.com/office/drawing/2014/main" val="2868112030"/>
                        </a:ext>
                      </a:extLst>
                    </a:gridCol>
                    <a:gridCol w="2117092">
                      <a:extLst>
                        <a:ext uri="{9D8B030D-6E8A-4147-A177-3AD203B41FA5}">
                          <a16:colId xmlns:a16="http://schemas.microsoft.com/office/drawing/2014/main" val="3682886817"/>
                        </a:ext>
                      </a:extLst>
                    </a:gridCol>
                    <a:gridCol w="694644">
                      <a:extLst>
                        <a:ext uri="{9D8B030D-6E8A-4147-A177-3AD203B41FA5}">
                          <a16:colId xmlns:a16="http://schemas.microsoft.com/office/drawing/2014/main" val="1850564031"/>
                        </a:ext>
                      </a:extLst>
                    </a:gridCol>
                    <a:gridCol w="751801">
                      <a:extLst>
                        <a:ext uri="{9D8B030D-6E8A-4147-A177-3AD203B41FA5}">
                          <a16:colId xmlns:a16="http://schemas.microsoft.com/office/drawing/2014/main" val="2781293039"/>
                        </a:ext>
                      </a:extLst>
                    </a:gridCol>
                  </a:tblGrid>
                  <a:tr h="459708">
                    <a:tc>
                      <a:txBody>
                        <a:bodyPr/>
                        <a:lstStyle/>
                        <a:p>
                          <a:pPr algn="ctr" rtl="0" fontAlgn="b">
                            <a:lnSpc>
                              <a:spcPct val="150000"/>
                            </a:lnSpc>
                            <a:buNone/>
                          </a:pPr>
                          <a:r>
                            <a:rPr lang="en-US" sz="1400" dirty="0" err="1">
                              <a:effectLst/>
                              <a:latin typeface="Lato" panose="020F0502020204030203" pitchFamily="34" charset="0"/>
                              <a:ea typeface="Lato" panose="020F0502020204030203" pitchFamily="34" charset="0"/>
                              <a:cs typeface="Lato" panose="020F0502020204030203" pitchFamily="34" charset="0"/>
                            </a:rPr>
                            <a:t>Ký</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hiệu</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22822" marR="22822" marT="15214" marB="15214" anchor="b"/>
                    </a:tc>
                    <a:tc>
                      <a:txBody>
                        <a:bodyPr/>
                        <a:lstStyle/>
                        <a:p>
                          <a:pPr algn="ctr" rtl="0" fontAlgn="b">
                            <a:lnSpc>
                              <a:spcPct val="150000"/>
                            </a:lnSpc>
                            <a:buNone/>
                          </a:pPr>
                          <a:r>
                            <a:rPr lang="en-US" sz="1400" dirty="0" err="1">
                              <a:effectLst/>
                              <a:latin typeface="Lato" panose="020F0502020204030203" pitchFamily="34" charset="0"/>
                              <a:ea typeface="Lato" panose="020F0502020204030203" pitchFamily="34" charset="0"/>
                              <a:cs typeface="Lato" panose="020F0502020204030203" pitchFamily="34" charset="0"/>
                            </a:rPr>
                            <a:t>Tên</a:t>
                          </a:r>
                          <a:r>
                            <a:rPr lang="en-US" sz="1400" dirty="0">
                              <a:effectLst/>
                              <a:latin typeface="Lato" panose="020F0502020204030203" pitchFamily="34" charset="0"/>
                              <a:ea typeface="Lato" panose="020F0502020204030203" pitchFamily="34" charset="0"/>
                              <a:cs typeface="Lato" panose="020F0502020204030203" pitchFamily="34" charset="0"/>
                            </a:rPr>
                            <a:t> </a:t>
                          </a: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Giá trị</a:t>
                          </a:r>
                        </a:p>
                      </a:txBody>
                      <a:tcPr marL="22822" marR="22822" marT="15214" marB="15214" anchor="b"/>
                    </a:tc>
                    <a:tc>
                      <a:txBody>
                        <a:bodyPr/>
                        <a:lstStyle/>
                        <a:p>
                          <a:pPr algn="ctr" rtl="0" fontAlgn="b">
                            <a:lnSpc>
                              <a:spcPct val="150000"/>
                            </a:lnSpc>
                            <a:buNone/>
                          </a:pPr>
                          <a:r>
                            <a:rPr lang="vi-VN" sz="1400">
                              <a:effectLst/>
                              <a:latin typeface="Lato" panose="020F0502020204030203" pitchFamily="34" charset="0"/>
                              <a:ea typeface="Lato" panose="020F0502020204030203" pitchFamily="34" charset="0"/>
                              <a:cs typeface="Lato" panose="020F0502020204030203" pitchFamily="34" charset="0"/>
                            </a:rPr>
                            <a:t>Đơn vị</a:t>
                          </a:r>
                        </a:p>
                      </a:txBody>
                      <a:tcPr marL="22822" marR="22822" marT="15214" marB="15214" anchor="b"/>
                    </a:tc>
                    <a:extLst>
                      <a:ext uri="{0D108BD9-81ED-4DB2-BD59-A6C34878D82A}">
                        <a16:rowId xmlns:a16="http://schemas.microsoft.com/office/drawing/2014/main" val="2601649431"/>
                      </a:ext>
                    </a:extLst>
                  </a:tr>
                  <a:tr h="349629">
                    <a:tc>
                      <a:txBody>
                        <a:bodyPr/>
                        <a:lstStyle/>
                        <a:p>
                          <a:pPr algn="ctr" rtl="0" fontAlgn="b">
                            <a:lnSpc>
                              <a:spcPct val="150000"/>
                            </a:lnSpc>
                            <a:buNone/>
                          </a:pPr>
                          <a14:m>
                            <m:oMath xmlns:m="http://schemas.openxmlformats.org/officeDocument/2006/math">
                              <m:sSub>
                                <m:sSubPr>
                                  <m:ctrlPr>
                                    <a:rPr lang="pt-BR" sz="1600" i="1" dirty="0" smtClean="0">
                                      <a:latin typeface="Cambria Math" panose="02040503050406030204" pitchFamily="18" charset="0"/>
                                      <a:ea typeface="Lato" panose="020F0502020204030203" pitchFamily="34" charset="0"/>
                                      <a:cs typeface="Lato" panose="020F0502020204030203" pitchFamily="34" charset="0"/>
                                    </a:rPr>
                                  </m:ctrlPr>
                                </m:sSubPr>
                                <m:e>
                                  <m:r>
                                    <m:rPr>
                                      <m:sty m:val="p"/>
                                    </m:rPr>
                                    <a:rPr lang="en-US" sz="1600" b="0" i="1" dirty="0" smtClean="0">
                                      <a:latin typeface="Cambria Math" panose="02040503050406030204" pitchFamily="18" charset="0"/>
                                      <a:ea typeface="Lato" panose="020F0502020204030203" pitchFamily="34" charset="0"/>
                                      <a:cs typeface="Lato" panose="020F0502020204030203" pitchFamily="34" charset="0"/>
                                    </a:rPr>
                                    <m:t>m</m:t>
                                  </m:r>
                                </m:e>
                                <m:sub>
                                  <m:r>
                                    <m:rPr>
                                      <m:sty m:val="p"/>
                                    </m:rPr>
                                    <a:rPr lang="en-US" sz="1600" b="0" i="0" dirty="0" smtClean="0">
                                      <a:latin typeface="Cambria Math" panose="02040503050406030204" pitchFamily="18" charset="0"/>
                                      <a:ea typeface="Lato" panose="020F0502020204030203" pitchFamily="34" charset="0"/>
                                      <a:cs typeface="Lato" panose="020F0502020204030203" pitchFamily="34" charset="0"/>
                                    </a:rPr>
                                    <m:t>q</m:t>
                                  </m:r>
                                </m:sub>
                              </m:sSub>
                            </m:oMath>
                          </a14:m>
                          <a:r>
                            <a:rPr lang="en-US" sz="1600" dirty="0">
                              <a:effectLst/>
                              <a:latin typeface="Lato" panose="020F0502020204030203" pitchFamily="34" charset="0"/>
                              <a:ea typeface="Lato" panose="020F0502020204030203" pitchFamily="34" charset="0"/>
                              <a:cs typeface="Lato" panose="020F0502020204030203" pitchFamily="34" charset="0"/>
                            </a:rPr>
                            <a:t>​</a:t>
                          </a:r>
                        </a:p>
                      </a:txBody>
                      <a:tcPr marL="22822" marR="22822" marT="15214" marB="15214" anchor="b"/>
                    </a:tc>
                    <a:tc>
                      <a:txBody>
                        <a:bodyPr/>
                        <a:lstStyle/>
                        <a:p>
                          <a:pPr lvl="0" algn="ctr" rtl="0" fontAlgn="b">
                            <a:lnSpc>
                              <a:spcPct val="150000"/>
                            </a:lnSpc>
                            <a:buNone/>
                          </a:pPr>
                          <a:r>
                            <a:rPr lang="vi-VN" sz="1400" dirty="0">
                              <a:effectLst/>
                              <a:latin typeface="Lato" panose="020F0502020204030203" pitchFamily="34" charset="0"/>
                              <a:ea typeface="Lato" panose="020F0502020204030203" pitchFamily="34" charset="0"/>
                              <a:cs typeface="Lato" panose="020F0502020204030203" pitchFamily="34" charset="0"/>
                            </a:rPr>
                            <a:t>Khối lượng </a:t>
                          </a:r>
                          <a:r>
                            <a:rPr lang="en-US" sz="1400" dirty="0">
                              <a:effectLst/>
                              <a:latin typeface="Lato" panose="020F0502020204030203" pitchFamily="34" charset="0"/>
                              <a:ea typeface="Lato" panose="020F0502020204030203" pitchFamily="34" charset="0"/>
                              <a:cs typeface="Lato" panose="020F0502020204030203" pitchFamily="34" charset="0"/>
                            </a:rPr>
                            <a:t>q</a:t>
                          </a:r>
                          <a:r>
                            <a:rPr lang="vi-VN" sz="1400" dirty="0">
                              <a:effectLst/>
                              <a:latin typeface="Lato" panose="020F0502020204030203" pitchFamily="34" charset="0"/>
                              <a:ea typeface="Lato" panose="020F0502020204030203" pitchFamily="34" charset="0"/>
                              <a:cs typeface="Lato" panose="020F0502020204030203" pitchFamily="34" charset="0"/>
                            </a:rPr>
                            <a:t>uadrotor</a:t>
                          </a: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0.5</a:t>
                          </a: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kg</a:t>
                          </a:r>
                        </a:p>
                      </a:txBody>
                      <a:tcPr marL="22822" marR="22822" marT="15214" marB="15214" anchor="b"/>
                    </a:tc>
                    <a:extLst>
                      <a:ext uri="{0D108BD9-81ED-4DB2-BD59-A6C34878D82A}">
                        <a16:rowId xmlns:a16="http://schemas.microsoft.com/office/drawing/2014/main" val="3931558337"/>
                      </a:ext>
                    </a:extLst>
                  </a:tr>
                  <a:tr h="342900">
                    <a:tc>
                      <a:txBody>
                        <a:bodyPr/>
                        <a:lstStyle/>
                        <a:p>
                          <a:pPr algn="ctr" rtl="0" fontAlgn="b">
                            <a:lnSpc>
                              <a:spcPct val="150000"/>
                            </a:lnSpc>
                            <a:buNone/>
                          </a:pPr>
                          <a14:m>
                            <m:oMathPara xmlns:m="http://schemas.openxmlformats.org/officeDocument/2006/math">
                              <m:oMathParaPr>
                                <m:jc m:val="centerGroup"/>
                              </m:oMathParaPr>
                              <m:oMath xmlns:m="http://schemas.openxmlformats.org/officeDocument/2006/math">
                                <m:sSub>
                                  <m:sSubPr>
                                    <m:ctrlPr>
                                      <a:rPr lang="pt-BR" sz="1600" i="1" dirty="0" smtClean="0">
                                        <a:latin typeface="Cambria Math" panose="02040503050406030204" pitchFamily="18" charset="0"/>
                                        <a:ea typeface="Lato" panose="020F0502020204030203" pitchFamily="34" charset="0"/>
                                        <a:cs typeface="Lato" panose="020F0502020204030203" pitchFamily="34" charset="0"/>
                                      </a:rPr>
                                    </m:ctrlPr>
                                  </m:sSubPr>
                                  <m:e>
                                    <m:r>
                                      <m:rPr>
                                        <m:sty m:val="p"/>
                                      </m:rPr>
                                      <a:rPr lang="en-US" sz="1600" b="0" i="0" dirty="0" smtClean="0">
                                        <a:latin typeface="Cambria Math" panose="02040503050406030204" pitchFamily="18" charset="0"/>
                                        <a:ea typeface="Lato" panose="020F0502020204030203" pitchFamily="34" charset="0"/>
                                        <a:cs typeface="Lato" panose="020F0502020204030203" pitchFamily="34" charset="0"/>
                                      </a:rPr>
                                      <m:t>m</m:t>
                                    </m:r>
                                  </m:e>
                                  <m:sub>
                                    <m:r>
                                      <m:rPr>
                                        <m:sty m:val="p"/>
                                      </m:rPr>
                                      <a:rPr lang="en-US" sz="1600" b="0" i="0" dirty="0" smtClean="0">
                                        <a:latin typeface="Cambria Math" panose="02040503050406030204" pitchFamily="18" charset="0"/>
                                        <a:ea typeface="Lato" panose="020F0502020204030203" pitchFamily="34" charset="0"/>
                                        <a:cs typeface="Lato" panose="020F0502020204030203" pitchFamily="34" charset="0"/>
                                      </a:rPr>
                                      <m:t>g</m:t>
                                    </m:r>
                                  </m:sub>
                                </m:sSub>
                              </m:oMath>
                            </m:oMathPara>
                          </a14:m>
                          <a:endParaRPr lang="en-US" sz="1600" dirty="0">
                            <a:effectLst/>
                            <a:latin typeface="Lato" panose="020F0502020204030203" pitchFamily="34" charset="0"/>
                            <a:ea typeface="Lato" panose="020F0502020204030203" pitchFamily="34" charset="0"/>
                            <a:cs typeface="Lato" panose="020F0502020204030203" pitchFamily="34" charset="0"/>
                          </a:endParaRPr>
                        </a:p>
                      </a:txBody>
                      <a:tcPr marL="22822" marR="22822" marT="15214" marB="15214" anchor="b"/>
                    </a:tc>
                    <a:tc>
                      <a:txBody>
                        <a:bodyPr/>
                        <a:lstStyle/>
                        <a:p>
                          <a:pPr lvl="0" algn="ctr" rtl="0" fontAlgn="b">
                            <a:lnSpc>
                              <a:spcPct val="150000"/>
                            </a:lnSpc>
                            <a:buNone/>
                          </a:pPr>
                          <a:r>
                            <a:rPr lang="vi-VN" sz="1400" dirty="0">
                              <a:effectLst/>
                              <a:latin typeface="Lato" panose="020F0502020204030203" pitchFamily="34" charset="0"/>
                              <a:ea typeface="Lato" panose="020F0502020204030203" pitchFamily="34" charset="0"/>
                              <a:cs typeface="Lato" panose="020F0502020204030203" pitchFamily="34" charset="0"/>
                            </a:rPr>
                            <a:t>Khối lượng t</a:t>
                          </a:r>
                          <a:r>
                            <a:rPr lang="en-US" sz="1400" dirty="0">
                              <a:effectLst/>
                              <a:latin typeface="Lato" panose="020F0502020204030203" pitchFamily="34" charset="0"/>
                              <a:ea typeface="Lato" panose="020F0502020204030203" pitchFamily="34" charset="0"/>
                              <a:cs typeface="Lato" panose="020F0502020204030203" pitchFamily="34" charset="0"/>
                            </a:rPr>
                            <a:t>ay </a:t>
                          </a:r>
                          <a:r>
                            <a:rPr lang="en-US" sz="1400" dirty="0" err="1">
                              <a:effectLst/>
                              <a:latin typeface="Lato" panose="020F0502020204030203" pitchFamily="34" charset="0"/>
                              <a:ea typeface="Lato" panose="020F0502020204030203" pitchFamily="34" charset="0"/>
                              <a:cs typeface="Lato" panose="020F0502020204030203" pitchFamily="34" charset="0"/>
                            </a:rPr>
                            <a:t>gắp</a:t>
                          </a:r>
                          <a:endParaRPr lang="vi-VN" sz="1400" dirty="0">
                            <a:effectLst/>
                            <a:latin typeface="Lato" panose="020F0502020204030203" pitchFamily="34" charset="0"/>
                            <a:ea typeface="Lato" panose="020F0502020204030203" pitchFamily="34" charset="0"/>
                            <a:cs typeface="Lato" panose="020F0502020204030203" pitchFamily="34" charset="0"/>
                          </a:endParaRPr>
                        </a:p>
                      </a:txBody>
                      <a:tcPr marL="22822" marR="22822" marT="15214" marB="15214" anchor="b"/>
                    </a:tc>
                    <a:tc>
                      <a:txBody>
                        <a:bodyPr/>
                        <a:lstStyle/>
                        <a:p>
                          <a:pPr algn="ctr" rtl="0" fontAlgn="b">
                            <a:lnSpc>
                              <a:spcPct val="150000"/>
                            </a:lnSpc>
                            <a:buNone/>
                          </a:pPr>
                          <a:r>
                            <a:rPr lang="en-US" sz="1400" dirty="0">
                              <a:effectLst/>
                              <a:latin typeface="Lato" panose="020F0502020204030203" pitchFamily="34" charset="0"/>
                              <a:ea typeface="Lato" panose="020F0502020204030203" pitchFamily="34" charset="0"/>
                              <a:cs typeface="Lato" panose="020F0502020204030203" pitchFamily="34" charset="0"/>
                            </a:rPr>
                            <a:t>0.158</a:t>
                          </a: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kg</a:t>
                          </a:r>
                        </a:p>
                      </a:txBody>
                      <a:tcPr marL="22822" marR="22822" marT="15214" marB="15214" anchor="b"/>
                    </a:tc>
                    <a:extLst>
                      <a:ext uri="{0D108BD9-81ED-4DB2-BD59-A6C34878D82A}">
                        <a16:rowId xmlns:a16="http://schemas.microsoft.com/office/drawing/2014/main" val="3276028490"/>
                      </a:ext>
                    </a:extLst>
                  </a:tr>
                  <a:tr h="344613">
                    <a:tc>
                      <a:txBody>
                        <a:bodyPr/>
                        <a:lstStyle/>
                        <a:p>
                          <a:pPr algn="ctr" rtl="0" fontAlgn="b">
                            <a:lnSpc>
                              <a:spcPct val="150000"/>
                            </a:lnSpc>
                            <a:buNone/>
                          </a:pPr>
                          <a14:m>
                            <m:oMath xmlns:m="http://schemas.openxmlformats.org/officeDocument/2006/math">
                              <m:sSub>
                                <m:sSubPr>
                                  <m:ctrlPr>
                                    <a:rPr lang="pt-BR" sz="1600" i="1" dirty="0" smtClean="0">
                                      <a:latin typeface="Cambria Math" panose="02040503050406030204" pitchFamily="18" charset="0"/>
                                      <a:ea typeface="Lato" panose="020F0502020204030203" pitchFamily="34" charset="0"/>
                                      <a:cs typeface="Lato" panose="020F0502020204030203" pitchFamily="34" charset="0"/>
                                    </a:rPr>
                                  </m:ctrlPr>
                                </m:sSubPr>
                                <m:e>
                                  <m:r>
                                    <m:rPr>
                                      <m:sty m:val="p"/>
                                    </m:rPr>
                                    <a:rPr lang="en-US" sz="1600" b="0" i="0" dirty="0" smtClean="0">
                                      <a:latin typeface="Cambria Math" panose="02040503050406030204" pitchFamily="18" charset="0"/>
                                      <a:ea typeface="Lato" panose="020F0502020204030203" pitchFamily="34" charset="0"/>
                                      <a:cs typeface="Lato" panose="020F0502020204030203" pitchFamily="34" charset="0"/>
                                    </a:rPr>
                                    <m:t>l</m:t>
                                  </m:r>
                                </m:e>
                                <m:sub>
                                  <m:r>
                                    <m:rPr>
                                      <m:sty m:val="p"/>
                                    </m:rPr>
                                    <a:rPr lang="en-US" sz="1600" b="0" i="0" dirty="0" smtClean="0">
                                      <a:latin typeface="Cambria Math" panose="02040503050406030204" pitchFamily="18" charset="0"/>
                                      <a:ea typeface="Lato" panose="020F0502020204030203" pitchFamily="34" charset="0"/>
                                      <a:cs typeface="Lato" panose="020F0502020204030203" pitchFamily="34" charset="0"/>
                                    </a:rPr>
                                    <m:t>q</m:t>
                                  </m:r>
                                </m:sub>
                              </m:sSub>
                            </m:oMath>
                          </a14:m>
                          <a:r>
                            <a:rPr lang="en-US" sz="1600" dirty="0">
                              <a:effectLst/>
                              <a:latin typeface="Lato" panose="020F0502020204030203" pitchFamily="34" charset="0"/>
                              <a:ea typeface="Lato" panose="020F0502020204030203" pitchFamily="34" charset="0"/>
                              <a:cs typeface="Lato" panose="020F0502020204030203" pitchFamily="34" charset="0"/>
                            </a:rPr>
                            <a:t>​</a:t>
                          </a:r>
                        </a:p>
                      </a:txBody>
                      <a:tcPr marL="22822" marR="22822" marT="15214" marB="15214" anchor="b"/>
                    </a:tc>
                    <a:tc>
                      <a:txBody>
                        <a:bodyPr/>
                        <a:lstStyle/>
                        <a:p>
                          <a:pPr lvl="0" algn="ctr" rtl="0" fontAlgn="b">
                            <a:lnSpc>
                              <a:spcPct val="150000"/>
                            </a:lnSpc>
                            <a:buNone/>
                          </a:pPr>
                          <a:r>
                            <a:rPr lang="en-US" sz="1400" dirty="0" err="1">
                              <a:effectLst/>
                              <a:latin typeface="Lato" panose="020F0502020204030203" pitchFamily="34" charset="0"/>
                              <a:ea typeface="Lato" panose="020F0502020204030203" pitchFamily="34" charset="0"/>
                              <a:cs typeface="Lato" panose="020F0502020204030203" pitchFamily="34" charset="0"/>
                            </a:rPr>
                            <a:t>Chiều</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dài</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cánh</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tay</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đòn</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0.2</a:t>
                          </a: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m</a:t>
                          </a:r>
                        </a:p>
                      </a:txBody>
                      <a:tcPr marL="22822" marR="22822" marT="15214" marB="15214" anchor="b"/>
                    </a:tc>
                    <a:extLst>
                      <a:ext uri="{0D108BD9-81ED-4DB2-BD59-A6C34878D82A}">
                        <a16:rowId xmlns:a16="http://schemas.microsoft.com/office/drawing/2014/main" val="1239755465"/>
                      </a:ext>
                    </a:extLst>
                  </a:tr>
                  <a:tr h="341187">
                    <a:tc>
                      <a:txBody>
                        <a:bodyPr/>
                        <a:lstStyle/>
                        <a:p>
                          <a:pPr algn="ctr" rtl="0" fontAlgn="b">
                            <a:lnSpc>
                              <a:spcPct val="150000"/>
                            </a:lnSpc>
                            <a:buNone/>
                          </a:pPr>
                          <a14:m>
                            <m:oMathPara xmlns:m="http://schemas.openxmlformats.org/officeDocument/2006/math">
                              <m:oMathParaPr>
                                <m:jc m:val="centerGroup"/>
                              </m:oMathParaPr>
                              <m:oMath xmlns:m="http://schemas.openxmlformats.org/officeDocument/2006/math">
                                <m:sSub>
                                  <m:sSubPr>
                                    <m:ctrlPr>
                                      <a:rPr lang="pt-BR" sz="1600" i="1" dirty="0" smtClean="0">
                                        <a:latin typeface="Cambria Math" panose="02040503050406030204" pitchFamily="18" charset="0"/>
                                        <a:ea typeface="Lato" panose="020F0502020204030203" pitchFamily="34" charset="0"/>
                                        <a:cs typeface="Lato" panose="020F0502020204030203" pitchFamily="34" charset="0"/>
                                      </a:rPr>
                                    </m:ctrlPr>
                                  </m:sSubPr>
                                  <m:e>
                                    <m:r>
                                      <m:rPr>
                                        <m:sty m:val="p"/>
                                      </m:rPr>
                                      <a:rPr lang="en-US" sz="1600" b="0" i="0" dirty="0" smtClean="0">
                                        <a:latin typeface="Cambria Math" panose="02040503050406030204" pitchFamily="18" charset="0"/>
                                        <a:ea typeface="Lato" panose="020F0502020204030203" pitchFamily="34" charset="0"/>
                                        <a:cs typeface="Lato" panose="020F0502020204030203" pitchFamily="34" charset="0"/>
                                      </a:rPr>
                                      <m:t>l</m:t>
                                    </m:r>
                                  </m:e>
                                  <m:sub>
                                    <m:r>
                                      <m:rPr>
                                        <m:sty m:val="p"/>
                                      </m:rPr>
                                      <a:rPr lang="en-US" sz="1600" b="0" i="0" dirty="0" smtClean="0">
                                        <a:latin typeface="Cambria Math" panose="02040503050406030204" pitchFamily="18" charset="0"/>
                                        <a:ea typeface="Lato" panose="020F0502020204030203" pitchFamily="34" charset="0"/>
                                        <a:cs typeface="Lato" panose="020F0502020204030203" pitchFamily="34" charset="0"/>
                                      </a:rPr>
                                      <m:t>g</m:t>
                                    </m:r>
                                  </m:sub>
                                </m:sSub>
                              </m:oMath>
                            </m:oMathPara>
                          </a14:m>
                          <a:endParaRPr lang="en-US" sz="1600" dirty="0">
                            <a:effectLst/>
                            <a:latin typeface="Lato" panose="020F0502020204030203" pitchFamily="34" charset="0"/>
                            <a:ea typeface="Lato" panose="020F0502020204030203" pitchFamily="34" charset="0"/>
                            <a:cs typeface="Lato" panose="020F0502020204030203" pitchFamily="34" charset="0"/>
                          </a:endParaRPr>
                        </a:p>
                      </a:txBody>
                      <a:tcPr marL="22822" marR="22822" marT="15214" marB="15214" anchor="b"/>
                    </a:tc>
                    <a:tc>
                      <a:txBody>
                        <a:bodyPr/>
                        <a:lstStyle/>
                        <a:p>
                          <a:pPr lvl="0" algn="ctr" rtl="0" fontAlgn="b">
                            <a:lnSpc>
                              <a:spcPct val="150000"/>
                            </a:lnSpc>
                            <a:buNone/>
                          </a:pPr>
                          <a:r>
                            <a:rPr lang="en-US" sz="1400" dirty="0" err="1">
                              <a:effectLst/>
                              <a:latin typeface="Lato" panose="020F0502020204030203" pitchFamily="34" charset="0"/>
                              <a:ea typeface="Lato" panose="020F0502020204030203" pitchFamily="34" charset="0"/>
                              <a:cs typeface="Lato" panose="020F0502020204030203" pitchFamily="34" charset="0"/>
                            </a:rPr>
                            <a:t>Chiều</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dài</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tay</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gắp</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0.35</a:t>
                          </a: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m</a:t>
                          </a:r>
                        </a:p>
                      </a:txBody>
                      <a:tcPr marL="22822" marR="22822" marT="15214" marB="15214" anchor="b"/>
                    </a:tc>
                    <a:extLst>
                      <a:ext uri="{0D108BD9-81ED-4DB2-BD59-A6C34878D82A}">
                        <a16:rowId xmlns:a16="http://schemas.microsoft.com/office/drawing/2014/main" val="1544448004"/>
                      </a:ext>
                    </a:extLst>
                  </a:tr>
                  <a:tr h="459708">
                    <a:tc>
                      <a:txBody>
                        <a:bodyPr/>
                        <a:lstStyle/>
                        <a:p>
                          <a:pPr algn="ctr" rtl="0" fontAlgn="b">
                            <a:lnSpc>
                              <a:spcPct val="150000"/>
                            </a:lnSpc>
                            <a:buNone/>
                          </a:pPr>
                          <a14:m>
                            <m:oMath xmlns:m="http://schemas.openxmlformats.org/officeDocument/2006/math">
                              <m:sSub>
                                <m:sSubPr>
                                  <m:ctrlPr>
                                    <a:rPr lang="pt-BR" sz="1600" i="1" dirty="0" smtClean="0">
                                      <a:latin typeface="Cambria Math" panose="02040503050406030204" pitchFamily="18" charset="0"/>
                                      <a:ea typeface="Lato" panose="020F0502020204030203" pitchFamily="34" charset="0"/>
                                      <a:cs typeface="Lato" panose="020F0502020204030203" pitchFamily="34" charset="0"/>
                                    </a:rPr>
                                  </m:ctrlPr>
                                </m:sSubPr>
                                <m:e>
                                  <m:r>
                                    <m:rPr>
                                      <m:sty m:val="p"/>
                                    </m:rPr>
                                    <a:rPr lang="en-US" sz="1600" b="0" i="0" dirty="0" smtClean="0">
                                      <a:latin typeface="Cambria Math" panose="02040503050406030204" pitchFamily="18" charset="0"/>
                                      <a:ea typeface="Lato" panose="020F0502020204030203" pitchFamily="34" charset="0"/>
                                      <a:cs typeface="Lato" panose="020F0502020204030203" pitchFamily="34" charset="0"/>
                                    </a:rPr>
                                    <m:t>J</m:t>
                                  </m:r>
                                </m:e>
                                <m:sub>
                                  <m:r>
                                    <m:rPr>
                                      <m:sty m:val="p"/>
                                    </m:rPr>
                                    <a:rPr lang="en-US" sz="1600" b="0" i="0" dirty="0" smtClean="0">
                                      <a:latin typeface="Cambria Math" panose="02040503050406030204" pitchFamily="18" charset="0"/>
                                      <a:ea typeface="Lato" panose="020F0502020204030203" pitchFamily="34" charset="0"/>
                                      <a:cs typeface="Lato" panose="020F0502020204030203" pitchFamily="34" charset="0"/>
                                    </a:rPr>
                                    <m:t>q</m:t>
                                  </m:r>
                                </m:sub>
                              </m:sSub>
                            </m:oMath>
                          </a14:m>
                          <a:r>
                            <a:rPr lang="en-US" sz="1600" dirty="0">
                              <a:effectLst/>
                              <a:latin typeface="Lato" panose="020F0502020204030203" pitchFamily="34" charset="0"/>
                              <a:ea typeface="Lato" panose="020F0502020204030203" pitchFamily="34" charset="0"/>
                              <a:cs typeface="Lato" panose="020F0502020204030203" pitchFamily="34" charset="0"/>
                            </a:rPr>
                            <a:t>​</a:t>
                          </a:r>
                        </a:p>
                      </a:txBody>
                      <a:tcPr marL="22822" marR="22822" marT="15214" marB="15214" anchor="b"/>
                    </a:tc>
                    <a:tc>
                      <a:txBody>
                        <a:bodyPr/>
                        <a:lstStyle/>
                        <a:p>
                          <a:pPr lvl="0" algn="ctr" rtl="0" fontAlgn="b">
                            <a:lnSpc>
                              <a:spcPct val="150000"/>
                            </a:lnSpc>
                            <a:buNone/>
                          </a:pPr>
                          <a:r>
                            <a:rPr lang="en-US" sz="1400" dirty="0" err="1">
                              <a:effectLst/>
                              <a:latin typeface="Lato" panose="020F0502020204030203" pitchFamily="34" charset="0"/>
                              <a:ea typeface="Lato" panose="020F0502020204030203" pitchFamily="34" charset="0"/>
                              <a:cs typeface="Lato" panose="020F0502020204030203" pitchFamily="34" charset="0"/>
                            </a:rPr>
                            <a:t>Mô</a:t>
                          </a:r>
                          <a:r>
                            <a:rPr lang="en-US" sz="1400" dirty="0">
                              <a:effectLst/>
                              <a:latin typeface="Lato" panose="020F0502020204030203" pitchFamily="34" charset="0"/>
                              <a:ea typeface="Lato" panose="020F0502020204030203" pitchFamily="34" charset="0"/>
                              <a:cs typeface="Lato" panose="020F0502020204030203" pitchFamily="34" charset="0"/>
                            </a:rPr>
                            <a:t>-men </a:t>
                          </a:r>
                          <a:r>
                            <a:rPr lang="en-US" sz="1400" dirty="0" err="1">
                              <a:effectLst/>
                              <a:latin typeface="Lato" panose="020F0502020204030203" pitchFamily="34" charset="0"/>
                              <a:ea typeface="Lato" panose="020F0502020204030203" pitchFamily="34" charset="0"/>
                              <a:cs typeface="Lato" panose="020F0502020204030203" pitchFamily="34" charset="0"/>
                            </a:rPr>
                            <a:t>quán</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tính</a:t>
                          </a:r>
                          <a:r>
                            <a:rPr lang="en-US" sz="1400" dirty="0">
                              <a:effectLst/>
                              <a:latin typeface="Lato" panose="020F0502020204030203" pitchFamily="34" charset="0"/>
                              <a:ea typeface="Lato" panose="020F0502020204030203" pitchFamily="34" charset="0"/>
                              <a:cs typeface="Lato" panose="020F0502020204030203" pitchFamily="34" charset="0"/>
                            </a:rPr>
                            <a:t> quad</a:t>
                          </a:r>
                        </a:p>
                      </a:txBody>
                      <a:tcPr marL="22822" marR="22822" marT="15214" marB="15214" anchor="b"/>
                    </a:tc>
                    <a:tc>
                      <a:txBody>
                        <a:bodyPr/>
                        <a:lstStyle/>
                        <a:p>
                          <a:pPr algn="ctr" rtl="0" fontAlgn="b">
                            <a:lnSpc>
                              <a:spcPct val="150000"/>
                            </a:lnSpc>
                            <a:buNone/>
                          </a:pPr>
                          <a:r>
                            <a:rPr lang="en-US" sz="1400" dirty="0">
                              <a:effectLst/>
                              <a:latin typeface="Lato" panose="020F0502020204030203" pitchFamily="34" charset="0"/>
                              <a:ea typeface="Lato" panose="020F0502020204030203" pitchFamily="34" charset="0"/>
                              <a:cs typeface="Lato" panose="020F0502020204030203" pitchFamily="34" charset="0"/>
                            </a:rPr>
                            <a:t>0.15</a:t>
                          </a:r>
                        </a:p>
                      </a:txBody>
                      <a:tcPr marL="22822" marR="22822" marT="15214" marB="15214" anchor="b"/>
                    </a:tc>
                    <a:tc>
                      <a:txBody>
                        <a:bodyPr/>
                        <a:lstStyle/>
                        <a:p>
                          <a:pPr algn="ctr" rtl="0" fontAlgn="b">
                            <a:lnSpc>
                              <a:spcPct val="150000"/>
                            </a:lnSpc>
                            <a:buNone/>
                          </a:pPr>
                          <a:r>
                            <a:rPr lang="en-US" sz="1400" dirty="0">
                              <a:effectLst/>
                              <a:latin typeface="Lato" panose="020F0502020204030203" pitchFamily="34" charset="0"/>
                              <a:ea typeface="Lato" panose="020F0502020204030203" pitchFamily="34" charset="0"/>
                              <a:cs typeface="Lato" panose="020F0502020204030203" pitchFamily="34" charset="0"/>
                            </a:rPr>
                            <a:t>kg⋅m2</a:t>
                          </a:r>
                        </a:p>
                      </a:txBody>
                      <a:tcPr marL="22822" marR="22822" marT="15214" marB="15214" anchor="b"/>
                    </a:tc>
                    <a:extLst>
                      <a:ext uri="{0D108BD9-81ED-4DB2-BD59-A6C34878D82A}">
                        <a16:rowId xmlns:a16="http://schemas.microsoft.com/office/drawing/2014/main" val="3619536054"/>
                      </a:ext>
                    </a:extLst>
                  </a:tr>
                  <a:tr h="459708">
                    <a:tc>
                      <a:txBody>
                        <a:bodyPr/>
                        <a:lstStyle/>
                        <a:p>
                          <a:pPr algn="ctr" rtl="0" fontAlgn="b">
                            <a:lnSpc>
                              <a:spcPct val="150000"/>
                            </a:lnSpc>
                            <a:buNone/>
                          </a:pPr>
                          <a14:m>
                            <m:oMath xmlns:m="http://schemas.openxmlformats.org/officeDocument/2006/math">
                              <m:sSub>
                                <m:sSubPr>
                                  <m:ctrlPr>
                                    <a:rPr lang="pt-BR" sz="1600" i="1" dirty="0" smtClean="0">
                                      <a:latin typeface="Cambria Math" panose="02040503050406030204" pitchFamily="18" charset="0"/>
                                      <a:ea typeface="Lato" panose="020F0502020204030203" pitchFamily="34" charset="0"/>
                                      <a:cs typeface="Lato" panose="020F0502020204030203" pitchFamily="34" charset="0"/>
                                    </a:rPr>
                                  </m:ctrlPr>
                                </m:sSubPr>
                                <m:e>
                                  <m:r>
                                    <m:rPr>
                                      <m:sty m:val="p"/>
                                    </m:rPr>
                                    <a:rPr lang="en-US" sz="1600" b="0" i="0" dirty="0" smtClean="0">
                                      <a:latin typeface="Cambria Math" panose="02040503050406030204" pitchFamily="18" charset="0"/>
                                      <a:ea typeface="Lato" panose="020F0502020204030203" pitchFamily="34" charset="0"/>
                                      <a:cs typeface="Lato" panose="020F0502020204030203" pitchFamily="34" charset="0"/>
                                    </a:rPr>
                                    <m:t>J</m:t>
                                  </m:r>
                                </m:e>
                                <m:sub>
                                  <m:r>
                                    <m:rPr>
                                      <m:sty m:val="p"/>
                                    </m:rPr>
                                    <a:rPr lang="en-US" sz="1600" b="0" i="0" dirty="0" smtClean="0">
                                      <a:latin typeface="Cambria Math" panose="02040503050406030204" pitchFamily="18" charset="0"/>
                                      <a:ea typeface="Lato" panose="020F0502020204030203" pitchFamily="34" charset="0"/>
                                      <a:cs typeface="Lato" panose="020F0502020204030203" pitchFamily="34" charset="0"/>
                                    </a:rPr>
                                    <m:t>g</m:t>
                                  </m:r>
                                </m:sub>
                              </m:sSub>
                            </m:oMath>
                          </a14:m>
                          <a:r>
                            <a:rPr lang="en-US" sz="1600" dirty="0">
                              <a:effectLst/>
                              <a:latin typeface="Lato" panose="020F0502020204030203" pitchFamily="34" charset="0"/>
                              <a:ea typeface="Lato" panose="020F0502020204030203" pitchFamily="34" charset="0"/>
                              <a:cs typeface="Lato" panose="020F0502020204030203" pitchFamily="34" charset="0"/>
                            </a:rPr>
                            <a:t>​</a:t>
                          </a:r>
                        </a:p>
                      </a:txBody>
                      <a:tcPr marL="22822" marR="22822" marT="15214" marB="15214" anchor="b"/>
                    </a:tc>
                    <a:tc>
                      <a:txBody>
                        <a:bodyPr/>
                        <a:lstStyle/>
                        <a:p>
                          <a:pPr lvl="0" algn="ctr" rtl="0" fontAlgn="b">
                            <a:lnSpc>
                              <a:spcPct val="150000"/>
                            </a:lnSpc>
                            <a:buNone/>
                          </a:pPr>
                          <a:r>
                            <a:rPr lang="en-US" sz="1400" dirty="0" err="1">
                              <a:effectLst/>
                              <a:latin typeface="Lato" panose="020F0502020204030203" pitchFamily="34" charset="0"/>
                              <a:ea typeface="Lato" panose="020F0502020204030203" pitchFamily="34" charset="0"/>
                              <a:cs typeface="Lato" panose="020F0502020204030203" pitchFamily="34" charset="0"/>
                            </a:rPr>
                            <a:t>Mô</a:t>
                          </a:r>
                          <a:r>
                            <a:rPr lang="en-US" sz="1400" dirty="0">
                              <a:effectLst/>
                              <a:latin typeface="Lato" panose="020F0502020204030203" pitchFamily="34" charset="0"/>
                              <a:ea typeface="Lato" panose="020F0502020204030203" pitchFamily="34" charset="0"/>
                              <a:cs typeface="Lato" panose="020F0502020204030203" pitchFamily="34" charset="0"/>
                            </a:rPr>
                            <a:t>-men </a:t>
                          </a:r>
                          <a:r>
                            <a:rPr lang="en-US" sz="1400" dirty="0" err="1">
                              <a:effectLst/>
                              <a:latin typeface="Lato" panose="020F0502020204030203" pitchFamily="34" charset="0"/>
                              <a:ea typeface="Lato" panose="020F0502020204030203" pitchFamily="34" charset="0"/>
                              <a:cs typeface="Lato" panose="020F0502020204030203" pitchFamily="34" charset="0"/>
                            </a:rPr>
                            <a:t>quán</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tính</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tay</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gắp</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22822" marR="22822" marT="15214" marB="15214" anchor="b"/>
                    </a:tc>
                    <a:tc>
                      <a:txBody>
                        <a:bodyPr/>
                        <a:lstStyle/>
                        <a:p>
                          <a:pPr algn="ctr" rtl="0" fontAlgn="b">
                            <a:lnSpc>
                              <a:spcPct val="150000"/>
                            </a:lnSpc>
                            <a:buNone/>
                          </a:pPr>
                          <a:r>
                            <a:rPr lang="en-US" sz="1400" dirty="0">
                              <a:effectLst/>
                              <a:latin typeface="Lato" panose="020F0502020204030203" pitchFamily="34" charset="0"/>
                              <a:ea typeface="Lato" panose="020F0502020204030203" pitchFamily="34" charset="0"/>
                              <a:cs typeface="Lato" panose="020F0502020204030203" pitchFamily="34" charset="0"/>
                            </a:rPr>
                            <a:t>0.001</a:t>
                          </a:r>
                        </a:p>
                      </a:txBody>
                      <a:tcPr marL="22822" marR="22822" marT="15214" marB="15214" anchor="b"/>
                    </a:tc>
                    <a:tc>
                      <a:txBody>
                        <a:bodyPr/>
                        <a:lstStyle/>
                        <a:p>
                          <a:pPr algn="ctr" rtl="0" fontAlgn="b">
                            <a:lnSpc>
                              <a:spcPct val="150000"/>
                            </a:lnSpc>
                            <a:buNone/>
                          </a:pPr>
                          <a:r>
                            <a:rPr lang="en-US" sz="1400" dirty="0">
                              <a:effectLst/>
                              <a:latin typeface="Lato" panose="020F0502020204030203" pitchFamily="34" charset="0"/>
                              <a:ea typeface="Lato" panose="020F0502020204030203" pitchFamily="34" charset="0"/>
                              <a:cs typeface="Lato" panose="020F0502020204030203" pitchFamily="34" charset="0"/>
                            </a:rPr>
                            <a:t>kg⋅m2</a:t>
                          </a:r>
                        </a:p>
                      </a:txBody>
                      <a:tcPr marL="22822" marR="22822" marT="15214" marB="15214" anchor="b"/>
                    </a:tc>
                    <a:extLst>
                      <a:ext uri="{0D108BD9-81ED-4DB2-BD59-A6C34878D82A}">
                        <a16:rowId xmlns:a16="http://schemas.microsoft.com/office/drawing/2014/main" val="2207546467"/>
                      </a:ext>
                    </a:extLst>
                  </a:tr>
                  <a:tr h="459708">
                    <a:tc>
                      <a:txBody>
                        <a:bodyPr/>
                        <a:lstStyle/>
                        <a:p>
                          <a:pPr algn="ctr" rtl="0" fontAlgn="b">
                            <a:lnSpc>
                              <a:spcPct val="150000"/>
                            </a:lnSpc>
                            <a:buNone/>
                          </a:pPr>
                          <a:r>
                            <a:rPr lang="en-US" sz="1600" dirty="0">
                              <a:effectLst/>
                              <a:latin typeface="Lato" panose="020F0502020204030203" pitchFamily="34" charset="0"/>
                              <a:ea typeface="Lato" panose="020F0502020204030203" pitchFamily="34" charset="0"/>
                              <a:cs typeface="Lato" panose="020F0502020204030203" pitchFamily="34" charset="0"/>
                            </a:rPr>
                            <a:t>g</a:t>
                          </a:r>
                        </a:p>
                      </a:txBody>
                      <a:tcPr marL="22822" marR="22822" marT="15214" marB="15214" anchor="b"/>
                    </a:tc>
                    <a:tc>
                      <a:txBody>
                        <a:bodyPr/>
                        <a:lstStyle/>
                        <a:p>
                          <a:pPr lvl="0" algn="ctr" rtl="0" fontAlgn="b">
                            <a:lnSpc>
                              <a:spcPct val="150000"/>
                            </a:lnSpc>
                            <a:buNone/>
                          </a:pPr>
                          <a:r>
                            <a:rPr lang="vi-VN" sz="1400" dirty="0">
                              <a:effectLst/>
                              <a:latin typeface="Lato" panose="020F0502020204030203" pitchFamily="34" charset="0"/>
                              <a:ea typeface="Lato" panose="020F0502020204030203" pitchFamily="34" charset="0"/>
                              <a:cs typeface="Lato" panose="020F0502020204030203" pitchFamily="34" charset="0"/>
                            </a:rPr>
                            <a:t>Gia tốc trọng trường</a:t>
                          </a: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9.81</a:t>
                          </a:r>
                        </a:p>
                      </a:txBody>
                      <a:tcPr marL="22822" marR="22822" marT="15214" marB="15214" anchor="b"/>
                    </a:tc>
                    <a:tc>
                      <a:txBody>
                        <a:bodyPr/>
                        <a:lstStyle/>
                        <a:p>
                          <a:pPr algn="ctr" rtl="0" fontAlgn="b">
                            <a:lnSpc>
                              <a:spcPct val="150000"/>
                            </a:lnSpc>
                            <a:buNone/>
                          </a:pPr>
                          <a:r>
                            <a:rPr lang="en-US" sz="1400" dirty="0">
                              <a:effectLst/>
                              <a:latin typeface="Lato" panose="020F0502020204030203" pitchFamily="34" charset="0"/>
                              <a:ea typeface="Lato" panose="020F0502020204030203" pitchFamily="34" charset="0"/>
                              <a:cs typeface="Lato" panose="020F0502020204030203" pitchFamily="34" charset="0"/>
                            </a:rPr>
                            <a:t>m/s2</a:t>
                          </a:r>
                        </a:p>
                      </a:txBody>
                      <a:tcPr marL="22822" marR="22822" marT="15214" marB="15214" anchor="b"/>
                    </a:tc>
                    <a:extLst>
                      <a:ext uri="{0D108BD9-81ED-4DB2-BD59-A6C34878D82A}">
                        <a16:rowId xmlns:a16="http://schemas.microsoft.com/office/drawing/2014/main" val="1598671640"/>
                      </a:ext>
                    </a:extLst>
                  </a:tr>
                </a:tbl>
              </a:graphicData>
            </a:graphic>
          </p:graphicFrame>
        </mc:Choice>
        <mc:Fallback>
          <p:graphicFrame>
            <p:nvGraphicFramePr>
              <p:cNvPr id="8" name="Table 7">
                <a:extLst>
                  <a:ext uri="{FF2B5EF4-FFF2-40B4-BE49-F238E27FC236}">
                    <a16:creationId xmlns:a16="http://schemas.microsoft.com/office/drawing/2014/main" id="{3DA25A67-0D7F-72BA-EEF2-CCEADD3DED8D}"/>
                  </a:ext>
                </a:extLst>
              </p:cNvPr>
              <p:cNvGraphicFramePr>
                <a:graphicFrameLocks noGrp="1"/>
              </p:cNvGraphicFramePr>
              <p:nvPr>
                <p:extLst>
                  <p:ext uri="{D42A27DB-BD31-4B8C-83A1-F6EECF244321}">
                    <p14:modId xmlns:p14="http://schemas.microsoft.com/office/powerpoint/2010/main" val="2351236226"/>
                  </p:ext>
                </p:extLst>
              </p:nvPr>
            </p:nvGraphicFramePr>
            <p:xfrm>
              <a:off x="365539" y="2089727"/>
              <a:ext cx="4315338" cy="3431460"/>
            </p:xfrm>
            <a:graphic>
              <a:graphicData uri="http://schemas.openxmlformats.org/drawingml/2006/table">
                <a:tbl>
                  <a:tblPr>
                    <a:tableStyleId>{5940675A-B579-460E-94D1-54222C63F5DA}</a:tableStyleId>
                  </a:tblPr>
                  <a:tblGrid>
                    <a:gridCol w="751801">
                      <a:extLst>
                        <a:ext uri="{9D8B030D-6E8A-4147-A177-3AD203B41FA5}">
                          <a16:colId xmlns:a16="http://schemas.microsoft.com/office/drawing/2014/main" val="2868112030"/>
                        </a:ext>
                      </a:extLst>
                    </a:gridCol>
                    <a:gridCol w="2117092">
                      <a:extLst>
                        <a:ext uri="{9D8B030D-6E8A-4147-A177-3AD203B41FA5}">
                          <a16:colId xmlns:a16="http://schemas.microsoft.com/office/drawing/2014/main" val="3682886817"/>
                        </a:ext>
                      </a:extLst>
                    </a:gridCol>
                    <a:gridCol w="694644">
                      <a:extLst>
                        <a:ext uri="{9D8B030D-6E8A-4147-A177-3AD203B41FA5}">
                          <a16:colId xmlns:a16="http://schemas.microsoft.com/office/drawing/2014/main" val="1850564031"/>
                        </a:ext>
                      </a:extLst>
                    </a:gridCol>
                    <a:gridCol w="751801">
                      <a:extLst>
                        <a:ext uri="{9D8B030D-6E8A-4147-A177-3AD203B41FA5}">
                          <a16:colId xmlns:a16="http://schemas.microsoft.com/office/drawing/2014/main" val="2781293039"/>
                        </a:ext>
                      </a:extLst>
                    </a:gridCol>
                  </a:tblGrid>
                  <a:tr h="459708">
                    <a:tc>
                      <a:txBody>
                        <a:bodyPr/>
                        <a:lstStyle/>
                        <a:p>
                          <a:pPr algn="ctr" rtl="0" fontAlgn="b">
                            <a:lnSpc>
                              <a:spcPct val="150000"/>
                            </a:lnSpc>
                            <a:buNone/>
                          </a:pPr>
                          <a:r>
                            <a:rPr lang="en-US" sz="1400" dirty="0" err="1">
                              <a:effectLst/>
                              <a:latin typeface="Lato" panose="020F0502020204030203" pitchFamily="34" charset="0"/>
                              <a:ea typeface="Lato" panose="020F0502020204030203" pitchFamily="34" charset="0"/>
                              <a:cs typeface="Lato" panose="020F0502020204030203" pitchFamily="34" charset="0"/>
                            </a:rPr>
                            <a:t>Ký</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hiệu</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22822" marR="22822" marT="15214" marB="15214" anchor="b"/>
                    </a:tc>
                    <a:tc>
                      <a:txBody>
                        <a:bodyPr/>
                        <a:lstStyle/>
                        <a:p>
                          <a:pPr algn="ctr" rtl="0" fontAlgn="b">
                            <a:lnSpc>
                              <a:spcPct val="150000"/>
                            </a:lnSpc>
                            <a:buNone/>
                          </a:pPr>
                          <a:r>
                            <a:rPr lang="en-US" sz="1400" dirty="0" err="1">
                              <a:effectLst/>
                              <a:latin typeface="Lato" panose="020F0502020204030203" pitchFamily="34" charset="0"/>
                              <a:ea typeface="Lato" panose="020F0502020204030203" pitchFamily="34" charset="0"/>
                              <a:cs typeface="Lato" panose="020F0502020204030203" pitchFamily="34" charset="0"/>
                            </a:rPr>
                            <a:t>Tên</a:t>
                          </a:r>
                          <a:r>
                            <a:rPr lang="en-US" sz="1400" dirty="0">
                              <a:effectLst/>
                              <a:latin typeface="Lato" panose="020F0502020204030203" pitchFamily="34" charset="0"/>
                              <a:ea typeface="Lato" panose="020F0502020204030203" pitchFamily="34" charset="0"/>
                              <a:cs typeface="Lato" panose="020F0502020204030203" pitchFamily="34" charset="0"/>
                            </a:rPr>
                            <a:t> </a:t>
                          </a: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Giá trị</a:t>
                          </a:r>
                        </a:p>
                      </a:txBody>
                      <a:tcPr marL="22822" marR="22822" marT="15214" marB="15214" anchor="b"/>
                    </a:tc>
                    <a:tc>
                      <a:txBody>
                        <a:bodyPr/>
                        <a:lstStyle/>
                        <a:p>
                          <a:pPr algn="ctr" rtl="0" fontAlgn="b">
                            <a:lnSpc>
                              <a:spcPct val="150000"/>
                            </a:lnSpc>
                            <a:buNone/>
                          </a:pPr>
                          <a:r>
                            <a:rPr lang="vi-VN" sz="1400">
                              <a:effectLst/>
                              <a:latin typeface="Lato" panose="020F0502020204030203" pitchFamily="34" charset="0"/>
                              <a:ea typeface="Lato" panose="020F0502020204030203" pitchFamily="34" charset="0"/>
                              <a:cs typeface="Lato" panose="020F0502020204030203" pitchFamily="34" charset="0"/>
                            </a:rPr>
                            <a:t>Đơn vị</a:t>
                          </a:r>
                        </a:p>
                      </a:txBody>
                      <a:tcPr marL="22822" marR="22822" marT="15214" marB="15214" anchor="b"/>
                    </a:tc>
                    <a:extLst>
                      <a:ext uri="{0D108BD9-81ED-4DB2-BD59-A6C34878D82A}">
                        <a16:rowId xmlns:a16="http://schemas.microsoft.com/office/drawing/2014/main" val="2601649431"/>
                      </a:ext>
                    </a:extLst>
                  </a:tr>
                  <a:tr h="365645">
                    <a:tc>
                      <a:txBody>
                        <a:bodyPr/>
                        <a:lstStyle/>
                        <a:p>
                          <a:endParaRPr lang="en-US"/>
                        </a:p>
                      </a:txBody>
                      <a:tcPr marL="22822" marR="22822" marT="15214" marB="15214" anchor="b">
                        <a:blipFill>
                          <a:blip r:embed="rId4"/>
                          <a:stretch>
                            <a:fillRect l="-806" t="-128333" r="-473387" b="-743333"/>
                          </a:stretch>
                        </a:blipFill>
                      </a:tcPr>
                    </a:tc>
                    <a:tc>
                      <a:txBody>
                        <a:bodyPr/>
                        <a:lstStyle/>
                        <a:p>
                          <a:pPr lvl="0" algn="ctr" rtl="0" fontAlgn="b">
                            <a:lnSpc>
                              <a:spcPct val="150000"/>
                            </a:lnSpc>
                            <a:buNone/>
                          </a:pPr>
                          <a:r>
                            <a:rPr lang="vi-VN" sz="1400" dirty="0">
                              <a:effectLst/>
                              <a:latin typeface="Lato" panose="020F0502020204030203" pitchFamily="34" charset="0"/>
                              <a:ea typeface="Lato" panose="020F0502020204030203" pitchFamily="34" charset="0"/>
                              <a:cs typeface="Lato" panose="020F0502020204030203" pitchFamily="34" charset="0"/>
                            </a:rPr>
                            <a:t>Khối lượng </a:t>
                          </a:r>
                          <a:r>
                            <a:rPr lang="en-US" sz="1400" dirty="0">
                              <a:effectLst/>
                              <a:latin typeface="Lato" panose="020F0502020204030203" pitchFamily="34" charset="0"/>
                              <a:ea typeface="Lato" panose="020F0502020204030203" pitchFamily="34" charset="0"/>
                              <a:cs typeface="Lato" panose="020F0502020204030203" pitchFamily="34" charset="0"/>
                            </a:rPr>
                            <a:t>q</a:t>
                          </a:r>
                          <a:r>
                            <a:rPr lang="vi-VN" sz="1400" dirty="0">
                              <a:effectLst/>
                              <a:latin typeface="Lato" panose="020F0502020204030203" pitchFamily="34" charset="0"/>
                              <a:ea typeface="Lato" panose="020F0502020204030203" pitchFamily="34" charset="0"/>
                              <a:cs typeface="Lato" panose="020F0502020204030203" pitchFamily="34" charset="0"/>
                            </a:rPr>
                            <a:t>uadrotor</a:t>
                          </a: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0.5</a:t>
                          </a: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kg</a:t>
                          </a:r>
                        </a:p>
                      </a:txBody>
                      <a:tcPr marL="22822" marR="22822" marT="15214" marB="15214" anchor="b"/>
                    </a:tc>
                    <a:extLst>
                      <a:ext uri="{0D108BD9-81ED-4DB2-BD59-A6C34878D82A}">
                        <a16:rowId xmlns:a16="http://schemas.microsoft.com/office/drawing/2014/main" val="3931558337"/>
                      </a:ext>
                    </a:extLst>
                  </a:tr>
                  <a:tr h="430669">
                    <a:tc>
                      <a:txBody>
                        <a:bodyPr/>
                        <a:lstStyle/>
                        <a:p>
                          <a:endParaRPr lang="en-US"/>
                        </a:p>
                      </a:txBody>
                      <a:tcPr marL="22822" marR="22822" marT="15214" marB="15214" anchor="b">
                        <a:blipFill>
                          <a:blip r:embed="rId4"/>
                          <a:stretch>
                            <a:fillRect l="-806" t="-195714" r="-473387" b="-537143"/>
                          </a:stretch>
                        </a:blipFill>
                      </a:tcPr>
                    </a:tc>
                    <a:tc>
                      <a:txBody>
                        <a:bodyPr/>
                        <a:lstStyle/>
                        <a:p>
                          <a:pPr lvl="0" algn="ctr" rtl="0" fontAlgn="b">
                            <a:lnSpc>
                              <a:spcPct val="150000"/>
                            </a:lnSpc>
                            <a:buNone/>
                          </a:pPr>
                          <a:r>
                            <a:rPr lang="vi-VN" sz="1400" dirty="0">
                              <a:effectLst/>
                              <a:latin typeface="Lato" panose="020F0502020204030203" pitchFamily="34" charset="0"/>
                              <a:ea typeface="Lato" panose="020F0502020204030203" pitchFamily="34" charset="0"/>
                              <a:cs typeface="Lato" panose="020F0502020204030203" pitchFamily="34" charset="0"/>
                            </a:rPr>
                            <a:t>Khối lượng t</a:t>
                          </a:r>
                          <a:r>
                            <a:rPr lang="en-US" sz="1400" dirty="0">
                              <a:effectLst/>
                              <a:latin typeface="Lato" panose="020F0502020204030203" pitchFamily="34" charset="0"/>
                              <a:ea typeface="Lato" panose="020F0502020204030203" pitchFamily="34" charset="0"/>
                              <a:cs typeface="Lato" panose="020F0502020204030203" pitchFamily="34" charset="0"/>
                            </a:rPr>
                            <a:t>ay </a:t>
                          </a:r>
                          <a:r>
                            <a:rPr lang="en-US" sz="1400" dirty="0" err="1">
                              <a:effectLst/>
                              <a:latin typeface="Lato" panose="020F0502020204030203" pitchFamily="34" charset="0"/>
                              <a:ea typeface="Lato" panose="020F0502020204030203" pitchFamily="34" charset="0"/>
                              <a:cs typeface="Lato" panose="020F0502020204030203" pitchFamily="34" charset="0"/>
                            </a:rPr>
                            <a:t>gắp</a:t>
                          </a:r>
                          <a:endParaRPr lang="vi-VN" sz="1400" dirty="0">
                            <a:effectLst/>
                            <a:latin typeface="Lato" panose="020F0502020204030203" pitchFamily="34" charset="0"/>
                            <a:ea typeface="Lato" panose="020F0502020204030203" pitchFamily="34" charset="0"/>
                            <a:cs typeface="Lato" panose="020F0502020204030203" pitchFamily="34" charset="0"/>
                          </a:endParaRPr>
                        </a:p>
                      </a:txBody>
                      <a:tcPr marL="22822" marR="22822" marT="15214" marB="15214" anchor="b"/>
                    </a:tc>
                    <a:tc>
                      <a:txBody>
                        <a:bodyPr/>
                        <a:lstStyle/>
                        <a:p>
                          <a:pPr algn="ctr" rtl="0" fontAlgn="b">
                            <a:lnSpc>
                              <a:spcPct val="150000"/>
                            </a:lnSpc>
                            <a:buNone/>
                          </a:pPr>
                          <a:r>
                            <a:rPr lang="en-US" sz="1400" dirty="0">
                              <a:effectLst/>
                              <a:latin typeface="Lato" panose="020F0502020204030203" pitchFamily="34" charset="0"/>
                              <a:ea typeface="Lato" panose="020F0502020204030203" pitchFamily="34" charset="0"/>
                              <a:cs typeface="Lato" panose="020F0502020204030203" pitchFamily="34" charset="0"/>
                            </a:rPr>
                            <a:t>0.158</a:t>
                          </a: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kg</a:t>
                          </a:r>
                        </a:p>
                      </a:txBody>
                      <a:tcPr marL="22822" marR="22822" marT="15214" marB="15214" anchor="b"/>
                    </a:tc>
                    <a:extLst>
                      <a:ext uri="{0D108BD9-81ED-4DB2-BD59-A6C34878D82A}">
                        <a16:rowId xmlns:a16="http://schemas.microsoft.com/office/drawing/2014/main" val="3276028490"/>
                      </a:ext>
                    </a:extLst>
                  </a:tr>
                  <a:tr h="365645">
                    <a:tc>
                      <a:txBody>
                        <a:bodyPr/>
                        <a:lstStyle/>
                        <a:p>
                          <a:endParaRPr lang="en-US"/>
                        </a:p>
                      </a:txBody>
                      <a:tcPr marL="22822" marR="22822" marT="15214" marB="15214" anchor="b">
                        <a:blipFill>
                          <a:blip r:embed="rId4"/>
                          <a:stretch>
                            <a:fillRect l="-806" t="-339344" r="-473387" b="-516393"/>
                          </a:stretch>
                        </a:blipFill>
                      </a:tcPr>
                    </a:tc>
                    <a:tc>
                      <a:txBody>
                        <a:bodyPr/>
                        <a:lstStyle/>
                        <a:p>
                          <a:pPr lvl="0" algn="ctr" rtl="0" fontAlgn="b">
                            <a:lnSpc>
                              <a:spcPct val="150000"/>
                            </a:lnSpc>
                            <a:buNone/>
                          </a:pPr>
                          <a:r>
                            <a:rPr lang="en-US" sz="1400" dirty="0" err="1">
                              <a:effectLst/>
                              <a:latin typeface="Lato" panose="020F0502020204030203" pitchFamily="34" charset="0"/>
                              <a:ea typeface="Lato" panose="020F0502020204030203" pitchFamily="34" charset="0"/>
                              <a:cs typeface="Lato" panose="020F0502020204030203" pitchFamily="34" charset="0"/>
                            </a:rPr>
                            <a:t>Chiều</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dài</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cánh</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tay</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đòn</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0.2</a:t>
                          </a: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m</a:t>
                          </a:r>
                        </a:p>
                      </a:txBody>
                      <a:tcPr marL="22822" marR="22822" marT="15214" marB="15214" anchor="b"/>
                    </a:tc>
                    <a:extLst>
                      <a:ext uri="{0D108BD9-81ED-4DB2-BD59-A6C34878D82A}">
                        <a16:rowId xmlns:a16="http://schemas.microsoft.com/office/drawing/2014/main" val="1239755465"/>
                      </a:ext>
                    </a:extLst>
                  </a:tr>
                  <a:tr h="430669">
                    <a:tc>
                      <a:txBody>
                        <a:bodyPr/>
                        <a:lstStyle/>
                        <a:p>
                          <a:endParaRPr lang="en-US"/>
                        </a:p>
                      </a:txBody>
                      <a:tcPr marL="22822" marR="22822" marT="15214" marB="15214" anchor="b">
                        <a:blipFill>
                          <a:blip r:embed="rId4"/>
                          <a:stretch>
                            <a:fillRect l="-806" t="-382857" r="-473387" b="-350000"/>
                          </a:stretch>
                        </a:blipFill>
                      </a:tcPr>
                    </a:tc>
                    <a:tc>
                      <a:txBody>
                        <a:bodyPr/>
                        <a:lstStyle/>
                        <a:p>
                          <a:pPr lvl="0" algn="ctr" rtl="0" fontAlgn="b">
                            <a:lnSpc>
                              <a:spcPct val="150000"/>
                            </a:lnSpc>
                            <a:buNone/>
                          </a:pPr>
                          <a:r>
                            <a:rPr lang="en-US" sz="1400" dirty="0" err="1">
                              <a:effectLst/>
                              <a:latin typeface="Lato" panose="020F0502020204030203" pitchFamily="34" charset="0"/>
                              <a:ea typeface="Lato" panose="020F0502020204030203" pitchFamily="34" charset="0"/>
                              <a:cs typeface="Lato" panose="020F0502020204030203" pitchFamily="34" charset="0"/>
                            </a:rPr>
                            <a:t>Chiều</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dài</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tay</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gắp</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0.35</a:t>
                          </a: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m</a:t>
                          </a:r>
                        </a:p>
                      </a:txBody>
                      <a:tcPr marL="22822" marR="22822" marT="15214" marB="15214" anchor="b"/>
                    </a:tc>
                    <a:extLst>
                      <a:ext uri="{0D108BD9-81ED-4DB2-BD59-A6C34878D82A}">
                        <a16:rowId xmlns:a16="http://schemas.microsoft.com/office/drawing/2014/main" val="1544448004"/>
                      </a:ext>
                    </a:extLst>
                  </a:tr>
                  <a:tr h="459708">
                    <a:tc>
                      <a:txBody>
                        <a:bodyPr/>
                        <a:lstStyle/>
                        <a:p>
                          <a:endParaRPr lang="en-US"/>
                        </a:p>
                      </a:txBody>
                      <a:tcPr marL="22822" marR="22822" marT="15214" marB="15214" anchor="b">
                        <a:blipFill>
                          <a:blip r:embed="rId4"/>
                          <a:stretch>
                            <a:fillRect l="-806" t="-444737" r="-473387" b="-222368"/>
                          </a:stretch>
                        </a:blipFill>
                      </a:tcPr>
                    </a:tc>
                    <a:tc>
                      <a:txBody>
                        <a:bodyPr/>
                        <a:lstStyle/>
                        <a:p>
                          <a:pPr lvl="0" algn="ctr" rtl="0" fontAlgn="b">
                            <a:lnSpc>
                              <a:spcPct val="150000"/>
                            </a:lnSpc>
                            <a:buNone/>
                          </a:pPr>
                          <a:r>
                            <a:rPr lang="en-US" sz="1400" dirty="0" err="1">
                              <a:effectLst/>
                              <a:latin typeface="Lato" panose="020F0502020204030203" pitchFamily="34" charset="0"/>
                              <a:ea typeface="Lato" panose="020F0502020204030203" pitchFamily="34" charset="0"/>
                              <a:cs typeface="Lato" panose="020F0502020204030203" pitchFamily="34" charset="0"/>
                            </a:rPr>
                            <a:t>Mô</a:t>
                          </a:r>
                          <a:r>
                            <a:rPr lang="en-US" sz="1400" dirty="0">
                              <a:effectLst/>
                              <a:latin typeface="Lato" panose="020F0502020204030203" pitchFamily="34" charset="0"/>
                              <a:ea typeface="Lato" panose="020F0502020204030203" pitchFamily="34" charset="0"/>
                              <a:cs typeface="Lato" panose="020F0502020204030203" pitchFamily="34" charset="0"/>
                            </a:rPr>
                            <a:t>-men </a:t>
                          </a:r>
                          <a:r>
                            <a:rPr lang="en-US" sz="1400" dirty="0" err="1">
                              <a:effectLst/>
                              <a:latin typeface="Lato" panose="020F0502020204030203" pitchFamily="34" charset="0"/>
                              <a:ea typeface="Lato" panose="020F0502020204030203" pitchFamily="34" charset="0"/>
                              <a:cs typeface="Lato" panose="020F0502020204030203" pitchFamily="34" charset="0"/>
                            </a:rPr>
                            <a:t>quán</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tính</a:t>
                          </a:r>
                          <a:r>
                            <a:rPr lang="en-US" sz="1400" dirty="0">
                              <a:effectLst/>
                              <a:latin typeface="Lato" panose="020F0502020204030203" pitchFamily="34" charset="0"/>
                              <a:ea typeface="Lato" panose="020F0502020204030203" pitchFamily="34" charset="0"/>
                              <a:cs typeface="Lato" panose="020F0502020204030203" pitchFamily="34" charset="0"/>
                            </a:rPr>
                            <a:t> quad</a:t>
                          </a:r>
                        </a:p>
                      </a:txBody>
                      <a:tcPr marL="22822" marR="22822" marT="15214" marB="15214" anchor="b"/>
                    </a:tc>
                    <a:tc>
                      <a:txBody>
                        <a:bodyPr/>
                        <a:lstStyle/>
                        <a:p>
                          <a:pPr algn="ctr" rtl="0" fontAlgn="b">
                            <a:lnSpc>
                              <a:spcPct val="150000"/>
                            </a:lnSpc>
                            <a:buNone/>
                          </a:pPr>
                          <a:r>
                            <a:rPr lang="en-US" sz="1400" dirty="0">
                              <a:effectLst/>
                              <a:latin typeface="Lato" panose="020F0502020204030203" pitchFamily="34" charset="0"/>
                              <a:ea typeface="Lato" panose="020F0502020204030203" pitchFamily="34" charset="0"/>
                              <a:cs typeface="Lato" panose="020F0502020204030203" pitchFamily="34" charset="0"/>
                            </a:rPr>
                            <a:t>0.15</a:t>
                          </a:r>
                        </a:p>
                      </a:txBody>
                      <a:tcPr marL="22822" marR="22822" marT="15214" marB="15214" anchor="b"/>
                    </a:tc>
                    <a:tc>
                      <a:txBody>
                        <a:bodyPr/>
                        <a:lstStyle/>
                        <a:p>
                          <a:pPr algn="ctr" rtl="0" fontAlgn="b">
                            <a:lnSpc>
                              <a:spcPct val="150000"/>
                            </a:lnSpc>
                            <a:buNone/>
                          </a:pPr>
                          <a:r>
                            <a:rPr lang="en-US" sz="1400" dirty="0">
                              <a:effectLst/>
                              <a:latin typeface="Lato" panose="020F0502020204030203" pitchFamily="34" charset="0"/>
                              <a:ea typeface="Lato" panose="020F0502020204030203" pitchFamily="34" charset="0"/>
                              <a:cs typeface="Lato" panose="020F0502020204030203" pitchFamily="34" charset="0"/>
                            </a:rPr>
                            <a:t>kg⋅m2</a:t>
                          </a:r>
                        </a:p>
                      </a:txBody>
                      <a:tcPr marL="22822" marR="22822" marT="15214" marB="15214" anchor="b"/>
                    </a:tc>
                    <a:extLst>
                      <a:ext uri="{0D108BD9-81ED-4DB2-BD59-A6C34878D82A}">
                        <a16:rowId xmlns:a16="http://schemas.microsoft.com/office/drawing/2014/main" val="3619536054"/>
                      </a:ext>
                    </a:extLst>
                  </a:tr>
                  <a:tr h="459708">
                    <a:tc>
                      <a:txBody>
                        <a:bodyPr/>
                        <a:lstStyle/>
                        <a:p>
                          <a:endParaRPr lang="en-US"/>
                        </a:p>
                      </a:txBody>
                      <a:tcPr marL="22822" marR="22822" marT="15214" marB="15214" anchor="b">
                        <a:blipFill>
                          <a:blip r:embed="rId4"/>
                          <a:stretch>
                            <a:fillRect l="-806" t="-552000" r="-473387" b="-125333"/>
                          </a:stretch>
                        </a:blipFill>
                      </a:tcPr>
                    </a:tc>
                    <a:tc>
                      <a:txBody>
                        <a:bodyPr/>
                        <a:lstStyle/>
                        <a:p>
                          <a:pPr lvl="0" algn="ctr" rtl="0" fontAlgn="b">
                            <a:lnSpc>
                              <a:spcPct val="150000"/>
                            </a:lnSpc>
                            <a:buNone/>
                          </a:pPr>
                          <a:r>
                            <a:rPr lang="en-US" sz="1400" dirty="0" err="1">
                              <a:effectLst/>
                              <a:latin typeface="Lato" panose="020F0502020204030203" pitchFamily="34" charset="0"/>
                              <a:ea typeface="Lato" panose="020F0502020204030203" pitchFamily="34" charset="0"/>
                              <a:cs typeface="Lato" panose="020F0502020204030203" pitchFamily="34" charset="0"/>
                            </a:rPr>
                            <a:t>Mô</a:t>
                          </a:r>
                          <a:r>
                            <a:rPr lang="en-US" sz="1400" dirty="0">
                              <a:effectLst/>
                              <a:latin typeface="Lato" panose="020F0502020204030203" pitchFamily="34" charset="0"/>
                              <a:ea typeface="Lato" panose="020F0502020204030203" pitchFamily="34" charset="0"/>
                              <a:cs typeface="Lato" panose="020F0502020204030203" pitchFamily="34" charset="0"/>
                            </a:rPr>
                            <a:t>-men </a:t>
                          </a:r>
                          <a:r>
                            <a:rPr lang="en-US" sz="1400" dirty="0" err="1">
                              <a:effectLst/>
                              <a:latin typeface="Lato" panose="020F0502020204030203" pitchFamily="34" charset="0"/>
                              <a:ea typeface="Lato" panose="020F0502020204030203" pitchFamily="34" charset="0"/>
                              <a:cs typeface="Lato" panose="020F0502020204030203" pitchFamily="34" charset="0"/>
                            </a:rPr>
                            <a:t>quán</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tính</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tay</a:t>
                          </a:r>
                          <a:r>
                            <a:rPr lang="en-US" sz="1400" dirty="0">
                              <a:effectLst/>
                              <a:latin typeface="Lato" panose="020F0502020204030203" pitchFamily="34" charset="0"/>
                              <a:ea typeface="Lato" panose="020F0502020204030203" pitchFamily="34" charset="0"/>
                              <a:cs typeface="Lato" panose="020F0502020204030203" pitchFamily="34" charset="0"/>
                            </a:rPr>
                            <a:t> </a:t>
                          </a:r>
                          <a:r>
                            <a:rPr lang="en-US" sz="1400" dirty="0" err="1">
                              <a:effectLst/>
                              <a:latin typeface="Lato" panose="020F0502020204030203" pitchFamily="34" charset="0"/>
                              <a:ea typeface="Lato" panose="020F0502020204030203" pitchFamily="34" charset="0"/>
                              <a:cs typeface="Lato" panose="020F0502020204030203" pitchFamily="34" charset="0"/>
                            </a:rPr>
                            <a:t>gắp</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22822" marR="22822" marT="15214" marB="15214" anchor="b"/>
                    </a:tc>
                    <a:tc>
                      <a:txBody>
                        <a:bodyPr/>
                        <a:lstStyle/>
                        <a:p>
                          <a:pPr algn="ctr" rtl="0" fontAlgn="b">
                            <a:lnSpc>
                              <a:spcPct val="150000"/>
                            </a:lnSpc>
                            <a:buNone/>
                          </a:pPr>
                          <a:r>
                            <a:rPr lang="en-US" sz="1400" dirty="0">
                              <a:effectLst/>
                              <a:latin typeface="Lato" panose="020F0502020204030203" pitchFamily="34" charset="0"/>
                              <a:ea typeface="Lato" panose="020F0502020204030203" pitchFamily="34" charset="0"/>
                              <a:cs typeface="Lato" panose="020F0502020204030203" pitchFamily="34" charset="0"/>
                            </a:rPr>
                            <a:t>0.001</a:t>
                          </a:r>
                        </a:p>
                      </a:txBody>
                      <a:tcPr marL="22822" marR="22822" marT="15214" marB="15214" anchor="b"/>
                    </a:tc>
                    <a:tc>
                      <a:txBody>
                        <a:bodyPr/>
                        <a:lstStyle/>
                        <a:p>
                          <a:pPr algn="ctr" rtl="0" fontAlgn="b">
                            <a:lnSpc>
                              <a:spcPct val="150000"/>
                            </a:lnSpc>
                            <a:buNone/>
                          </a:pPr>
                          <a:r>
                            <a:rPr lang="en-US" sz="1400" dirty="0">
                              <a:effectLst/>
                              <a:latin typeface="Lato" panose="020F0502020204030203" pitchFamily="34" charset="0"/>
                              <a:ea typeface="Lato" panose="020F0502020204030203" pitchFamily="34" charset="0"/>
                              <a:cs typeface="Lato" panose="020F0502020204030203" pitchFamily="34" charset="0"/>
                            </a:rPr>
                            <a:t>kg⋅m2</a:t>
                          </a:r>
                        </a:p>
                      </a:txBody>
                      <a:tcPr marL="22822" marR="22822" marT="15214" marB="15214" anchor="b"/>
                    </a:tc>
                    <a:extLst>
                      <a:ext uri="{0D108BD9-81ED-4DB2-BD59-A6C34878D82A}">
                        <a16:rowId xmlns:a16="http://schemas.microsoft.com/office/drawing/2014/main" val="2207546467"/>
                      </a:ext>
                    </a:extLst>
                  </a:tr>
                  <a:tr h="459708">
                    <a:tc>
                      <a:txBody>
                        <a:bodyPr/>
                        <a:lstStyle/>
                        <a:p>
                          <a:pPr algn="ctr" rtl="0" fontAlgn="b">
                            <a:lnSpc>
                              <a:spcPct val="150000"/>
                            </a:lnSpc>
                            <a:buNone/>
                          </a:pPr>
                          <a:r>
                            <a:rPr lang="en-US" sz="1600" dirty="0">
                              <a:effectLst/>
                              <a:latin typeface="Lato" panose="020F0502020204030203" pitchFamily="34" charset="0"/>
                              <a:ea typeface="Lato" panose="020F0502020204030203" pitchFamily="34" charset="0"/>
                              <a:cs typeface="Lato" panose="020F0502020204030203" pitchFamily="34" charset="0"/>
                            </a:rPr>
                            <a:t>g</a:t>
                          </a:r>
                        </a:p>
                      </a:txBody>
                      <a:tcPr marL="22822" marR="22822" marT="15214" marB="15214" anchor="b"/>
                    </a:tc>
                    <a:tc>
                      <a:txBody>
                        <a:bodyPr/>
                        <a:lstStyle/>
                        <a:p>
                          <a:pPr lvl="0" algn="ctr" rtl="0" fontAlgn="b">
                            <a:lnSpc>
                              <a:spcPct val="150000"/>
                            </a:lnSpc>
                            <a:buNone/>
                          </a:pPr>
                          <a:r>
                            <a:rPr lang="vi-VN" sz="1400" dirty="0">
                              <a:effectLst/>
                              <a:latin typeface="Lato" panose="020F0502020204030203" pitchFamily="34" charset="0"/>
                              <a:ea typeface="Lato" panose="020F0502020204030203" pitchFamily="34" charset="0"/>
                              <a:cs typeface="Lato" panose="020F0502020204030203" pitchFamily="34" charset="0"/>
                            </a:rPr>
                            <a:t>Gia tốc trọng trường</a:t>
                          </a:r>
                        </a:p>
                      </a:txBody>
                      <a:tcPr marL="22822" marR="22822" marT="15214" marB="15214" anchor="b"/>
                    </a:tc>
                    <a:tc>
                      <a:txBody>
                        <a:bodyPr/>
                        <a:lstStyle/>
                        <a:p>
                          <a:pPr algn="ctr" rtl="0" fontAlgn="b">
                            <a:lnSpc>
                              <a:spcPct val="150000"/>
                            </a:lnSpc>
                            <a:buNone/>
                          </a:pPr>
                          <a:r>
                            <a:rPr lang="en-US" sz="1400">
                              <a:effectLst/>
                              <a:latin typeface="Lato" panose="020F0502020204030203" pitchFamily="34" charset="0"/>
                              <a:ea typeface="Lato" panose="020F0502020204030203" pitchFamily="34" charset="0"/>
                              <a:cs typeface="Lato" panose="020F0502020204030203" pitchFamily="34" charset="0"/>
                            </a:rPr>
                            <a:t>9.81</a:t>
                          </a:r>
                        </a:p>
                      </a:txBody>
                      <a:tcPr marL="22822" marR="22822" marT="15214" marB="15214" anchor="b"/>
                    </a:tc>
                    <a:tc>
                      <a:txBody>
                        <a:bodyPr/>
                        <a:lstStyle/>
                        <a:p>
                          <a:pPr algn="ctr" rtl="0" fontAlgn="b">
                            <a:lnSpc>
                              <a:spcPct val="150000"/>
                            </a:lnSpc>
                            <a:buNone/>
                          </a:pPr>
                          <a:r>
                            <a:rPr lang="en-US" sz="1400" dirty="0">
                              <a:effectLst/>
                              <a:latin typeface="Lato" panose="020F0502020204030203" pitchFamily="34" charset="0"/>
                              <a:ea typeface="Lato" panose="020F0502020204030203" pitchFamily="34" charset="0"/>
                              <a:cs typeface="Lato" panose="020F0502020204030203" pitchFamily="34" charset="0"/>
                            </a:rPr>
                            <a:t>m/s2</a:t>
                          </a:r>
                        </a:p>
                      </a:txBody>
                      <a:tcPr marL="22822" marR="22822" marT="15214" marB="15214" anchor="b"/>
                    </a:tc>
                    <a:extLst>
                      <a:ext uri="{0D108BD9-81ED-4DB2-BD59-A6C34878D82A}">
                        <a16:rowId xmlns:a16="http://schemas.microsoft.com/office/drawing/2014/main" val="1598671640"/>
                      </a:ext>
                    </a:extLst>
                  </a:tr>
                </a:tbl>
              </a:graphicData>
            </a:graphic>
          </p:graphicFrame>
        </mc:Fallback>
      </mc:AlternateContent>
      <p:sp>
        <p:nvSpPr>
          <p:cNvPr id="6" name="TextBox 5">
            <a:extLst>
              <a:ext uri="{FF2B5EF4-FFF2-40B4-BE49-F238E27FC236}">
                <a16:creationId xmlns:a16="http://schemas.microsoft.com/office/drawing/2014/main" id="{3E04E9D7-BFA1-F446-54F7-5D4700FEA2FC}"/>
              </a:ext>
            </a:extLst>
          </p:cNvPr>
          <p:cNvSpPr txBox="1"/>
          <p:nvPr/>
        </p:nvSpPr>
        <p:spPr>
          <a:xfrm>
            <a:off x="1664846" y="5664684"/>
            <a:ext cx="1571753" cy="338554"/>
          </a:xfrm>
          <a:prstGeom prst="rect">
            <a:avLst/>
          </a:prstGeom>
          <a:noFill/>
        </p:spPr>
        <p:txBody>
          <a:bodyPr wrap="square" rtlCol="0">
            <a:spAutoFit/>
          </a:bodyPr>
          <a:lstStyle/>
          <a:p>
            <a:r>
              <a:rPr lang="en-US" sz="1600" dirty="0" err="1">
                <a:latin typeface="Lato" panose="020F0502020204030203" pitchFamily="34" charset="0"/>
                <a:ea typeface="Lato" panose="020F0502020204030203" pitchFamily="34" charset="0"/>
                <a:cs typeface="Lato" panose="020F0502020204030203" pitchFamily="34" charset="0"/>
              </a:rPr>
              <a:t>Bảng</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thông</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số</a:t>
            </a:r>
            <a:endParaRPr lang="en-US" sz="16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92364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a:xfrm>
            <a:off x="250937" y="107192"/>
            <a:ext cx="8673846" cy="451739"/>
          </a:xfrm>
        </p:spPr>
        <p:txBody>
          <a:bodyPr>
            <a:normAutofit fontScale="90000"/>
          </a:bodyPr>
          <a:lstStyle/>
          <a:p>
            <a:r>
              <a:rPr lang="vi-VN"/>
              <a:t>3. Mô phỏng và kết quả </a:t>
            </a:r>
            <a:endParaRPr lang="en-US" dirty="0"/>
          </a:p>
        </p:txBody>
      </p:sp>
      <p:sp>
        <p:nvSpPr>
          <p:cNvPr id="16" name="Text Placeholder 3">
            <a:extLst>
              <a:ext uri="{FF2B5EF4-FFF2-40B4-BE49-F238E27FC236}">
                <a16:creationId xmlns:a16="http://schemas.microsoft.com/office/drawing/2014/main" id="{124EE75E-56E9-2CEA-9E1B-498ED1BFB246}"/>
              </a:ext>
            </a:extLst>
          </p:cNvPr>
          <p:cNvSpPr>
            <a:spLocks noGrp="1"/>
          </p:cNvSpPr>
          <p:nvPr>
            <p:ph type="body" sz="quarter" idx="13"/>
          </p:nvPr>
        </p:nvSpPr>
        <p:spPr>
          <a:xfrm>
            <a:off x="234823" y="821636"/>
            <a:ext cx="8674100" cy="1352399"/>
          </a:xfrm>
        </p:spPr>
        <p:txBody>
          <a:bodyPr/>
          <a:lstStyle/>
          <a:p>
            <a:pPr marL="0" indent="0">
              <a:buNone/>
            </a:pPr>
            <a:r>
              <a:rPr lang="vi-VN" sz="2200" dirty="0"/>
              <a:t>3.</a:t>
            </a:r>
            <a:r>
              <a:rPr lang="en-US" sz="2200" dirty="0"/>
              <a:t>1</a:t>
            </a:r>
            <a:r>
              <a:rPr lang="vi-VN" sz="2200" dirty="0"/>
              <a:t>. </a:t>
            </a:r>
            <a:r>
              <a:rPr lang="en-US" sz="2200" dirty="0" err="1"/>
              <a:t>Bài</a:t>
            </a:r>
            <a:r>
              <a:rPr lang="en-US" sz="2200" dirty="0"/>
              <a:t> </a:t>
            </a:r>
            <a:r>
              <a:rPr lang="en-US" sz="2200" dirty="0" err="1"/>
              <a:t>toán</a:t>
            </a:r>
            <a:r>
              <a:rPr lang="en-US" sz="2200" dirty="0"/>
              <a:t> </a:t>
            </a:r>
            <a:r>
              <a:rPr lang="en-US" sz="2200" dirty="0" err="1"/>
              <a:t>đặt</a:t>
            </a:r>
            <a:r>
              <a:rPr lang="en-US" sz="2200" dirty="0"/>
              <a:t> </a:t>
            </a:r>
            <a:r>
              <a:rPr lang="en-US" sz="2200" dirty="0" err="1"/>
              <a:t>ra</a:t>
            </a:r>
            <a:endParaRPr lang="vi-VN" sz="2200" dirty="0"/>
          </a:p>
          <a:p>
            <a:r>
              <a:rPr lang="en-US" sz="1800" dirty="0" err="1"/>
              <a:t>Quỹ</a:t>
            </a:r>
            <a:r>
              <a:rPr lang="en-US" sz="1800" dirty="0"/>
              <a:t> </a:t>
            </a:r>
            <a:r>
              <a:rPr lang="en-US" sz="1800" dirty="0" err="1"/>
              <a:t>đạo</a:t>
            </a:r>
            <a:r>
              <a:rPr lang="en-US" sz="1800" dirty="0"/>
              <a:t> </a:t>
            </a:r>
            <a:r>
              <a:rPr lang="en-US" sz="1800" dirty="0" err="1"/>
              <a:t>mong</a:t>
            </a:r>
            <a:r>
              <a:rPr lang="en-US" sz="1800" dirty="0"/>
              <a:t> </a:t>
            </a:r>
            <a:r>
              <a:rPr lang="en-US" sz="1800" dirty="0" err="1"/>
              <a:t>muốn</a:t>
            </a:r>
            <a:r>
              <a:rPr lang="en-US" sz="1800" dirty="0"/>
              <a:t> </a:t>
            </a:r>
          </a:p>
        </p:txBody>
      </p:sp>
      <p:pic>
        <p:nvPicPr>
          <p:cNvPr id="7" name="Picture 6">
            <a:extLst>
              <a:ext uri="{FF2B5EF4-FFF2-40B4-BE49-F238E27FC236}">
                <a16:creationId xmlns:a16="http://schemas.microsoft.com/office/drawing/2014/main" id="{C6765A81-18ED-CD34-67FB-84B9C263D0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182" y="2976513"/>
            <a:ext cx="7679381" cy="3291163"/>
          </a:xfrm>
          <a:prstGeom prst="rect">
            <a:avLst/>
          </a:prstGeom>
        </p:spPr>
      </p:pic>
      <p:pic>
        <p:nvPicPr>
          <p:cNvPr id="4" name="Picture 3">
            <a:extLst>
              <a:ext uri="{FF2B5EF4-FFF2-40B4-BE49-F238E27FC236}">
                <a16:creationId xmlns:a16="http://schemas.microsoft.com/office/drawing/2014/main" id="{82DD1E2C-FEF1-CDEF-AEFA-14972AD4E7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43710" y="1003611"/>
            <a:ext cx="2394589" cy="1885103"/>
          </a:xfrm>
          <a:prstGeom prst="rect">
            <a:avLst/>
          </a:prstGeom>
        </p:spPr>
      </p:pic>
      <p:pic>
        <p:nvPicPr>
          <p:cNvPr id="5" name="Picture 4">
            <a:extLst>
              <a:ext uri="{FF2B5EF4-FFF2-40B4-BE49-F238E27FC236}">
                <a16:creationId xmlns:a16="http://schemas.microsoft.com/office/drawing/2014/main" id="{D278C4B2-081B-D93E-C59C-1F5CA6E509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70107" y="1047510"/>
            <a:ext cx="2355157" cy="1885104"/>
          </a:xfrm>
          <a:prstGeom prst="rect">
            <a:avLst/>
          </a:prstGeom>
        </p:spPr>
      </p:pic>
    </p:spTree>
    <p:extLst>
      <p:ext uri="{BB962C8B-B14F-4D97-AF65-F5344CB8AC3E}">
        <p14:creationId xmlns:p14="http://schemas.microsoft.com/office/powerpoint/2010/main" val="1527478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5AC4E-32D6-007D-C737-BC3A9F3214D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5C7F1A-3579-A912-503F-A1157A265084}"/>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3" name="Title 2">
            <a:extLst>
              <a:ext uri="{FF2B5EF4-FFF2-40B4-BE49-F238E27FC236}">
                <a16:creationId xmlns:a16="http://schemas.microsoft.com/office/drawing/2014/main" id="{D516A6BE-B64D-E427-354B-0500F0833DE5}"/>
              </a:ext>
            </a:extLst>
          </p:cNvPr>
          <p:cNvSpPr>
            <a:spLocks noGrp="1"/>
          </p:cNvSpPr>
          <p:nvPr>
            <p:ph type="title"/>
          </p:nvPr>
        </p:nvSpPr>
        <p:spPr/>
        <p:txBody>
          <a:bodyPr>
            <a:normAutofit fontScale="90000"/>
          </a:bodyPr>
          <a:lstStyle/>
          <a:p>
            <a:r>
              <a:rPr lang="vi-VN" dirty="0"/>
              <a:t>3. Mô phỏng và kết quả </a:t>
            </a:r>
            <a:endParaRPr lang="en-US" dirty="0"/>
          </a:p>
        </p:txBody>
      </p:sp>
      <p:sp>
        <p:nvSpPr>
          <p:cNvPr id="16" name="Text Placeholder 3">
            <a:extLst>
              <a:ext uri="{FF2B5EF4-FFF2-40B4-BE49-F238E27FC236}">
                <a16:creationId xmlns:a16="http://schemas.microsoft.com/office/drawing/2014/main" id="{1EA65ACF-11C8-553A-B5B0-321C69D83A72}"/>
              </a:ext>
            </a:extLst>
          </p:cNvPr>
          <p:cNvSpPr>
            <a:spLocks noGrp="1"/>
          </p:cNvSpPr>
          <p:nvPr>
            <p:ph type="body" sz="quarter" idx="13"/>
          </p:nvPr>
        </p:nvSpPr>
        <p:spPr>
          <a:xfrm>
            <a:off x="234823" y="821636"/>
            <a:ext cx="8674100" cy="1352399"/>
          </a:xfrm>
        </p:spPr>
        <p:txBody>
          <a:bodyPr/>
          <a:lstStyle/>
          <a:p>
            <a:pPr marL="0" indent="0">
              <a:buNone/>
            </a:pPr>
            <a:r>
              <a:rPr lang="vi-VN" sz="2200" dirty="0"/>
              <a:t>3.2. </a:t>
            </a:r>
            <a:r>
              <a:rPr lang="en-US" sz="2200" dirty="0" err="1"/>
              <a:t>Khảo</a:t>
            </a:r>
            <a:r>
              <a:rPr lang="en-US" sz="2200" dirty="0"/>
              <a:t> </a:t>
            </a:r>
            <a:r>
              <a:rPr lang="en-US" sz="2200" dirty="0" err="1"/>
              <a:t>sát</a:t>
            </a:r>
            <a:r>
              <a:rPr lang="en-US" sz="2200" dirty="0"/>
              <a:t> </a:t>
            </a:r>
            <a:r>
              <a:rPr lang="en-US" sz="2200" dirty="0" err="1"/>
              <a:t>bộ</a:t>
            </a:r>
            <a:r>
              <a:rPr lang="en-US" sz="2200" dirty="0"/>
              <a:t> </a:t>
            </a:r>
            <a:r>
              <a:rPr lang="en-US" sz="2200" dirty="0" err="1"/>
              <a:t>điều</a:t>
            </a:r>
            <a:r>
              <a:rPr lang="en-US" sz="2200" dirty="0"/>
              <a:t> </a:t>
            </a:r>
            <a:r>
              <a:rPr lang="en-US" sz="2200" dirty="0" err="1"/>
              <a:t>khiển</a:t>
            </a:r>
            <a:r>
              <a:rPr lang="en-US" sz="2200" dirty="0"/>
              <a:t> </a:t>
            </a:r>
            <a:r>
              <a:rPr lang="en-US" sz="2200" dirty="0" err="1"/>
              <a:t>dưới</a:t>
            </a:r>
            <a:r>
              <a:rPr lang="en-US" sz="2200" dirty="0"/>
              <a:t> </a:t>
            </a:r>
            <a:r>
              <a:rPr lang="en-US" sz="2200" dirty="0" err="1"/>
              <a:t>tác</a:t>
            </a:r>
            <a:r>
              <a:rPr lang="en-US" sz="2200" dirty="0"/>
              <a:t> </a:t>
            </a:r>
            <a:r>
              <a:rPr lang="en-US" sz="2200" dirty="0" err="1"/>
              <a:t>động</a:t>
            </a:r>
            <a:r>
              <a:rPr lang="en-US" sz="2200" dirty="0"/>
              <a:t> </a:t>
            </a:r>
            <a:r>
              <a:rPr lang="en-US" sz="2200" dirty="0" err="1"/>
              <a:t>của</a:t>
            </a:r>
            <a:r>
              <a:rPr lang="en-US" sz="2200" dirty="0"/>
              <a:t> </a:t>
            </a:r>
            <a:r>
              <a:rPr lang="en-US" sz="2200" dirty="0" err="1"/>
              <a:t>nhiễu</a:t>
            </a:r>
            <a:r>
              <a:rPr lang="en-US" sz="2200" dirty="0"/>
              <a:t> </a:t>
            </a:r>
            <a:endParaRPr lang="vi-VN" sz="2200" dirty="0"/>
          </a:p>
        </p:txBody>
      </p:sp>
      <p:pic>
        <p:nvPicPr>
          <p:cNvPr id="9" name="Picture 8">
            <a:extLst>
              <a:ext uri="{FF2B5EF4-FFF2-40B4-BE49-F238E27FC236}">
                <a16:creationId xmlns:a16="http://schemas.microsoft.com/office/drawing/2014/main" id="{61F9BD19-442A-97F7-C584-59F9979D39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823" y="1497835"/>
            <a:ext cx="8594599" cy="4524070"/>
          </a:xfrm>
          <a:prstGeom prst="rect">
            <a:avLst/>
          </a:prstGeom>
        </p:spPr>
      </p:pic>
    </p:spTree>
    <p:extLst>
      <p:ext uri="{BB962C8B-B14F-4D97-AF65-F5344CB8AC3E}">
        <p14:creationId xmlns:p14="http://schemas.microsoft.com/office/powerpoint/2010/main" val="238639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8231F-602C-63FD-F652-74FD32E5D2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4536F6-C92D-7AAF-96CB-2452B0E3D185}"/>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3" name="Title 2">
            <a:extLst>
              <a:ext uri="{FF2B5EF4-FFF2-40B4-BE49-F238E27FC236}">
                <a16:creationId xmlns:a16="http://schemas.microsoft.com/office/drawing/2014/main" id="{1D668B1D-CE90-1D01-B551-F0D66582C2D0}"/>
              </a:ext>
            </a:extLst>
          </p:cNvPr>
          <p:cNvSpPr>
            <a:spLocks noGrp="1"/>
          </p:cNvSpPr>
          <p:nvPr>
            <p:ph type="title"/>
          </p:nvPr>
        </p:nvSpPr>
        <p:spPr/>
        <p:txBody>
          <a:bodyPr>
            <a:normAutofit fontScale="90000"/>
          </a:bodyPr>
          <a:lstStyle/>
          <a:p>
            <a:r>
              <a:rPr lang="vi-VN" dirty="0"/>
              <a:t>3. Mô phỏng và kết quả </a:t>
            </a:r>
            <a:endParaRPr lang="en-US" dirty="0"/>
          </a:p>
        </p:txBody>
      </p:sp>
      <p:sp>
        <p:nvSpPr>
          <p:cNvPr id="16" name="Text Placeholder 3">
            <a:extLst>
              <a:ext uri="{FF2B5EF4-FFF2-40B4-BE49-F238E27FC236}">
                <a16:creationId xmlns:a16="http://schemas.microsoft.com/office/drawing/2014/main" id="{62C80219-734D-7737-4EA9-3FDE33E3BC03}"/>
              </a:ext>
            </a:extLst>
          </p:cNvPr>
          <p:cNvSpPr>
            <a:spLocks noGrp="1"/>
          </p:cNvSpPr>
          <p:nvPr>
            <p:ph type="body" sz="quarter" idx="13"/>
          </p:nvPr>
        </p:nvSpPr>
        <p:spPr>
          <a:xfrm>
            <a:off x="234823" y="821636"/>
            <a:ext cx="8674100" cy="1352399"/>
          </a:xfrm>
        </p:spPr>
        <p:txBody>
          <a:bodyPr/>
          <a:lstStyle/>
          <a:p>
            <a:pPr marL="0" indent="0">
              <a:buNone/>
            </a:pPr>
            <a:r>
              <a:rPr lang="vi-VN" sz="2200" dirty="0"/>
              <a:t>3.2. </a:t>
            </a:r>
            <a:r>
              <a:rPr lang="en-US" sz="2200" dirty="0" err="1"/>
              <a:t>Khảo</a:t>
            </a:r>
            <a:r>
              <a:rPr lang="en-US" sz="2200" dirty="0"/>
              <a:t> </a:t>
            </a:r>
            <a:r>
              <a:rPr lang="en-US" sz="2200" dirty="0" err="1"/>
              <a:t>sát</a:t>
            </a:r>
            <a:r>
              <a:rPr lang="en-US" sz="2200" dirty="0"/>
              <a:t> </a:t>
            </a:r>
            <a:r>
              <a:rPr lang="en-US" sz="2200" dirty="0" err="1"/>
              <a:t>bộ</a:t>
            </a:r>
            <a:r>
              <a:rPr lang="en-US" sz="2200" dirty="0"/>
              <a:t> </a:t>
            </a:r>
            <a:r>
              <a:rPr lang="en-US" sz="2200" dirty="0" err="1"/>
              <a:t>điều</a:t>
            </a:r>
            <a:r>
              <a:rPr lang="en-US" sz="2200" dirty="0"/>
              <a:t> </a:t>
            </a:r>
            <a:r>
              <a:rPr lang="en-US" sz="2200" dirty="0" err="1"/>
              <a:t>khiển</a:t>
            </a:r>
            <a:r>
              <a:rPr lang="en-US" sz="2200" dirty="0"/>
              <a:t> </a:t>
            </a:r>
            <a:r>
              <a:rPr lang="en-US" sz="2200" dirty="0" err="1"/>
              <a:t>dưới</a:t>
            </a:r>
            <a:r>
              <a:rPr lang="en-US" sz="2200" dirty="0"/>
              <a:t> </a:t>
            </a:r>
            <a:r>
              <a:rPr lang="en-US" sz="2200" dirty="0" err="1"/>
              <a:t>tác</a:t>
            </a:r>
            <a:r>
              <a:rPr lang="en-US" sz="2200" dirty="0"/>
              <a:t> </a:t>
            </a:r>
            <a:r>
              <a:rPr lang="en-US" sz="2200" dirty="0" err="1"/>
              <a:t>động</a:t>
            </a:r>
            <a:r>
              <a:rPr lang="en-US" sz="2200" dirty="0"/>
              <a:t> </a:t>
            </a:r>
            <a:r>
              <a:rPr lang="en-US" sz="2200" dirty="0" err="1"/>
              <a:t>của</a:t>
            </a:r>
            <a:r>
              <a:rPr lang="en-US" sz="2200" dirty="0"/>
              <a:t> </a:t>
            </a:r>
            <a:r>
              <a:rPr lang="en-US" sz="2200" dirty="0" err="1"/>
              <a:t>nhiễu</a:t>
            </a:r>
            <a:r>
              <a:rPr lang="en-US" sz="2200" dirty="0"/>
              <a:t> </a:t>
            </a:r>
            <a:endParaRPr lang="vi-VN" sz="2200" dirty="0"/>
          </a:p>
        </p:txBody>
      </p:sp>
      <p:pic>
        <p:nvPicPr>
          <p:cNvPr id="8" name="Picture 7">
            <a:extLst>
              <a:ext uri="{FF2B5EF4-FFF2-40B4-BE49-F238E27FC236}">
                <a16:creationId xmlns:a16="http://schemas.microsoft.com/office/drawing/2014/main" id="{D012AE64-F64F-88DE-F3D1-09AA7413CF24}"/>
              </a:ext>
            </a:extLst>
          </p:cNvPr>
          <p:cNvPicPr>
            <a:picLocks noChangeAspect="1"/>
          </p:cNvPicPr>
          <p:nvPr/>
        </p:nvPicPr>
        <p:blipFill>
          <a:blip r:embed="rId3"/>
          <a:stretch>
            <a:fillRect/>
          </a:stretch>
        </p:blipFill>
        <p:spPr>
          <a:xfrm>
            <a:off x="234822" y="1695743"/>
            <a:ext cx="4337177" cy="3232702"/>
          </a:xfrm>
          <a:prstGeom prst="rect">
            <a:avLst/>
          </a:prstGeom>
        </p:spPr>
      </p:pic>
      <p:pic>
        <p:nvPicPr>
          <p:cNvPr id="10" name="Picture 9">
            <a:extLst>
              <a:ext uri="{FF2B5EF4-FFF2-40B4-BE49-F238E27FC236}">
                <a16:creationId xmlns:a16="http://schemas.microsoft.com/office/drawing/2014/main" id="{4027FD4E-F8E3-BC49-8F11-96FDCA525C8F}"/>
              </a:ext>
            </a:extLst>
          </p:cNvPr>
          <p:cNvPicPr>
            <a:picLocks noChangeAspect="1"/>
          </p:cNvPicPr>
          <p:nvPr/>
        </p:nvPicPr>
        <p:blipFill>
          <a:blip r:embed="rId4"/>
          <a:stretch>
            <a:fillRect/>
          </a:stretch>
        </p:blipFill>
        <p:spPr>
          <a:xfrm>
            <a:off x="4564347" y="1695743"/>
            <a:ext cx="4344575" cy="3232702"/>
          </a:xfrm>
          <a:prstGeom prst="rect">
            <a:avLst/>
          </a:prstGeom>
        </p:spPr>
      </p:pic>
      <p:sp>
        <p:nvSpPr>
          <p:cNvPr id="11" name="TextBox 10">
            <a:extLst>
              <a:ext uri="{FF2B5EF4-FFF2-40B4-BE49-F238E27FC236}">
                <a16:creationId xmlns:a16="http://schemas.microsoft.com/office/drawing/2014/main" id="{7D45334D-951B-E3EA-E0C4-B350D64179FF}"/>
              </a:ext>
            </a:extLst>
          </p:cNvPr>
          <p:cNvSpPr txBox="1"/>
          <p:nvPr/>
        </p:nvSpPr>
        <p:spPr>
          <a:xfrm>
            <a:off x="417396" y="5253970"/>
            <a:ext cx="3526454" cy="78239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Sai </a:t>
            </a:r>
            <a:r>
              <a:rPr lang="en-US" sz="1600" dirty="0" err="1">
                <a:latin typeface="Lato" panose="020F0502020204030203" pitchFamily="34" charset="0"/>
                <a:ea typeface="Lato" panose="020F0502020204030203" pitchFamily="34" charset="0"/>
                <a:cs typeface="Lato" panose="020F0502020204030203" pitchFamily="34" charset="0"/>
              </a:rPr>
              <a:t>số</a:t>
            </a:r>
            <a:r>
              <a:rPr lang="en-US" sz="1600" dirty="0">
                <a:latin typeface="Lato" panose="020F0502020204030203" pitchFamily="34" charset="0"/>
                <a:ea typeface="Lato" panose="020F0502020204030203" pitchFamily="34" charset="0"/>
                <a:cs typeface="Lato" panose="020F0502020204030203" pitchFamily="34" charset="0"/>
              </a:rPr>
              <a:t> MAX : 0.028 (m)</a:t>
            </a:r>
          </a:p>
          <a:p>
            <a:pPr marL="285750" indent="-285750">
              <a:lnSpc>
                <a:spcPct val="150000"/>
              </a:lnSpc>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Sai </a:t>
            </a:r>
            <a:r>
              <a:rPr lang="en-US" sz="1600" dirty="0" err="1">
                <a:latin typeface="Lato" panose="020F0502020204030203" pitchFamily="34" charset="0"/>
                <a:ea typeface="Lato" panose="020F0502020204030203" pitchFamily="34" charset="0"/>
                <a:cs typeface="Lato" panose="020F0502020204030203" pitchFamily="34" charset="0"/>
              </a:rPr>
              <a:t>số</a:t>
            </a:r>
            <a:r>
              <a:rPr lang="en-US" sz="1600" dirty="0">
                <a:latin typeface="Lato" panose="020F0502020204030203" pitchFamily="34" charset="0"/>
                <a:ea typeface="Lato" panose="020F0502020204030203" pitchFamily="34" charset="0"/>
                <a:cs typeface="Lato" panose="020F0502020204030203" pitchFamily="34" charset="0"/>
              </a:rPr>
              <a:t> RMSE : 0.062 </a:t>
            </a:r>
            <a:r>
              <a:rPr lang="nn-NO" sz="1600" dirty="0">
                <a:latin typeface="Lato" panose="020F0502020204030203" pitchFamily="34" charset="0"/>
                <a:ea typeface="Lato" panose="020F0502020204030203" pitchFamily="34" charset="0"/>
                <a:cs typeface="Lato" panose="020F0502020204030203" pitchFamily="34" charset="0"/>
              </a:rPr>
              <a:t>(m)</a:t>
            </a:r>
            <a:endParaRPr lang="en-US" sz="1600" dirty="0">
              <a:latin typeface="Lato" panose="020F0502020204030203" pitchFamily="34" charset="0"/>
              <a:ea typeface="Lato" panose="020F0502020204030203" pitchFamily="34" charset="0"/>
              <a:cs typeface="Lato" panose="020F0502020204030203" pitchFamily="34" charset="0"/>
            </a:endParaRPr>
          </a:p>
        </p:txBody>
      </p:sp>
      <p:sp>
        <p:nvSpPr>
          <p:cNvPr id="12" name="TextBox 11">
            <a:extLst>
              <a:ext uri="{FF2B5EF4-FFF2-40B4-BE49-F238E27FC236}">
                <a16:creationId xmlns:a16="http://schemas.microsoft.com/office/drawing/2014/main" id="{131CEE59-745C-D0E1-129A-71D4A98B2ABD}"/>
              </a:ext>
            </a:extLst>
          </p:cNvPr>
          <p:cNvSpPr txBox="1"/>
          <p:nvPr/>
        </p:nvSpPr>
        <p:spPr>
          <a:xfrm>
            <a:off x="4973407" y="5253970"/>
            <a:ext cx="3526454" cy="78239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Sai </a:t>
            </a:r>
            <a:r>
              <a:rPr lang="en-US" sz="1600" dirty="0" err="1">
                <a:latin typeface="Lato" panose="020F0502020204030203" pitchFamily="34" charset="0"/>
                <a:ea typeface="Lato" panose="020F0502020204030203" pitchFamily="34" charset="0"/>
                <a:cs typeface="Lato" panose="020F0502020204030203" pitchFamily="34" charset="0"/>
              </a:rPr>
              <a:t>số</a:t>
            </a:r>
            <a:r>
              <a:rPr lang="en-US" sz="1600" dirty="0">
                <a:latin typeface="Lato" panose="020F0502020204030203" pitchFamily="34" charset="0"/>
                <a:ea typeface="Lato" panose="020F0502020204030203" pitchFamily="34" charset="0"/>
                <a:cs typeface="Lato" panose="020F0502020204030203" pitchFamily="34" charset="0"/>
              </a:rPr>
              <a:t> MAX : 0.042 (rad)</a:t>
            </a:r>
          </a:p>
          <a:p>
            <a:pPr marL="285750" indent="-285750">
              <a:lnSpc>
                <a:spcPct val="150000"/>
              </a:lnSpc>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Sai </a:t>
            </a:r>
            <a:r>
              <a:rPr lang="en-US" sz="1600" dirty="0" err="1">
                <a:latin typeface="Lato" panose="020F0502020204030203" pitchFamily="34" charset="0"/>
                <a:ea typeface="Lato" panose="020F0502020204030203" pitchFamily="34" charset="0"/>
                <a:cs typeface="Lato" panose="020F0502020204030203" pitchFamily="34" charset="0"/>
              </a:rPr>
              <a:t>số</a:t>
            </a:r>
            <a:r>
              <a:rPr lang="en-US" sz="1600" dirty="0">
                <a:latin typeface="Lato" panose="020F0502020204030203" pitchFamily="34" charset="0"/>
                <a:ea typeface="Lato" panose="020F0502020204030203" pitchFamily="34" charset="0"/>
                <a:cs typeface="Lato" panose="020F0502020204030203" pitchFamily="34" charset="0"/>
              </a:rPr>
              <a:t> RMSE : </a:t>
            </a:r>
            <a:r>
              <a:rPr lang="nn-NO" sz="1600" dirty="0">
                <a:latin typeface="Lato" panose="020F0502020204030203" pitchFamily="34" charset="0"/>
                <a:ea typeface="Lato" panose="020F0502020204030203" pitchFamily="34" charset="0"/>
                <a:cs typeface="Lato" panose="020F0502020204030203" pitchFamily="34" charset="0"/>
              </a:rPr>
              <a:t>0.017 (rad)</a:t>
            </a:r>
            <a:endParaRPr lang="en-US" sz="16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442278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D4107-2083-453E-1BD6-B1E0F304BA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4F7B35-FABE-B34D-1E62-3C269DB01BDF}"/>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3" name="Title 2">
            <a:extLst>
              <a:ext uri="{FF2B5EF4-FFF2-40B4-BE49-F238E27FC236}">
                <a16:creationId xmlns:a16="http://schemas.microsoft.com/office/drawing/2014/main" id="{7E22B4B2-0D06-6CE9-06EB-B3CDBF575CB4}"/>
              </a:ext>
            </a:extLst>
          </p:cNvPr>
          <p:cNvSpPr>
            <a:spLocks noGrp="1"/>
          </p:cNvSpPr>
          <p:nvPr>
            <p:ph type="title"/>
          </p:nvPr>
        </p:nvSpPr>
        <p:spPr/>
        <p:txBody>
          <a:bodyPr>
            <a:normAutofit fontScale="90000"/>
          </a:bodyPr>
          <a:lstStyle/>
          <a:p>
            <a:r>
              <a:rPr lang="vi-VN" dirty="0"/>
              <a:t>3. Mô phỏng và kết quả </a:t>
            </a:r>
            <a:endParaRPr lang="en-US" dirty="0"/>
          </a:p>
        </p:txBody>
      </p:sp>
      <p:sp>
        <p:nvSpPr>
          <p:cNvPr id="16" name="Text Placeholder 3">
            <a:extLst>
              <a:ext uri="{FF2B5EF4-FFF2-40B4-BE49-F238E27FC236}">
                <a16:creationId xmlns:a16="http://schemas.microsoft.com/office/drawing/2014/main" id="{33A891B7-C746-E06A-0224-504B1E0A1691}"/>
              </a:ext>
            </a:extLst>
          </p:cNvPr>
          <p:cNvSpPr>
            <a:spLocks noGrp="1"/>
          </p:cNvSpPr>
          <p:nvPr>
            <p:ph type="body" sz="quarter" idx="13"/>
          </p:nvPr>
        </p:nvSpPr>
        <p:spPr>
          <a:xfrm>
            <a:off x="234823" y="821636"/>
            <a:ext cx="8674100" cy="1755309"/>
          </a:xfrm>
        </p:spPr>
        <p:txBody>
          <a:bodyPr>
            <a:normAutofit/>
          </a:bodyPr>
          <a:lstStyle/>
          <a:p>
            <a:pPr marL="0" indent="0">
              <a:buNone/>
            </a:pPr>
            <a:r>
              <a:rPr lang="vi-VN" sz="2200" dirty="0"/>
              <a:t>3.</a:t>
            </a:r>
            <a:r>
              <a:rPr lang="en-US" sz="2200" dirty="0"/>
              <a:t>3</a:t>
            </a:r>
            <a:r>
              <a:rPr lang="vi-VN" sz="2200" dirty="0"/>
              <a:t>. Ảnh hưởng của sai số thiết kế đến bộ điều khiển</a:t>
            </a:r>
            <a:endParaRPr lang="en-US" sz="2200" dirty="0"/>
          </a:p>
          <a:p>
            <a:pPr marL="0" indent="0" algn="ctr">
              <a:buNone/>
            </a:pPr>
            <a:r>
              <a:rPr lang="en-US" sz="2000" dirty="0"/>
              <a:t>	</a:t>
            </a:r>
            <a:r>
              <a:rPr lang="en-US" sz="1800" dirty="0"/>
              <a:t>Các </a:t>
            </a:r>
            <a:r>
              <a:rPr lang="en-US" sz="1800" dirty="0" err="1"/>
              <a:t>chiều</a:t>
            </a:r>
            <a:r>
              <a:rPr lang="en-US" sz="1800" dirty="0"/>
              <a:t> </a:t>
            </a:r>
            <a:r>
              <a:rPr lang="en-US" sz="1800" dirty="0" err="1"/>
              <a:t>dài</a:t>
            </a:r>
            <a:r>
              <a:rPr lang="en-US" sz="1800" dirty="0"/>
              <a:t> </a:t>
            </a:r>
            <a:r>
              <a:rPr lang="en-US" sz="1800" dirty="0" err="1"/>
              <a:t>thay</a:t>
            </a:r>
            <a:r>
              <a:rPr lang="en-US" sz="1800" dirty="0"/>
              <a:t> </a:t>
            </a:r>
            <a:r>
              <a:rPr lang="en-US" sz="1800" dirty="0" err="1"/>
              <a:t>đổi</a:t>
            </a:r>
            <a:r>
              <a:rPr lang="en-US" sz="1800" dirty="0"/>
              <a:t> </a:t>
            </a:r>
            <a:r>
              <a:rPr lang="en-US" sz="1800" dirty="0" err="1"/>
              <a:t>trong</a:t>
            </a:r>
            <a:r>
              <a:rPr lang="en-US" sz="1800" dirty="0"/>
              <a:t> </a:t>
            </a:r>
            <a:r>
              <a:rPr lang="en-US" sz="1800" dirty="0" err="1"/>
              <a:t>khoảng</a:t>
            </a:r>
            <a:r>
              <a:rPr lang="en-US" sz="1800" dirty="0"/>
              <a:t> 10-20% so </a:t>
            </a:r>
            <a:r>
              <a:rPr lang="en-US" sz="1800" dirty="0" err="1"/>
              <a:t>với</a:t>
            </a:r>
            <a:r>
              <a:rPr lang="en-US" sz="1800" dirty="0"/>
              <a:t> </a:t>
            </a:r>
            <a:r>
              <a:rPr lang="en-US" sz="1800" dirty="0" err="1"/>
              <a:t>L_g</a:t>
            </a:r>
            <a:r>
              <a:rPr lang="en-US" sz="1800" dirty="0"/>
              <a:t> = 0.35</a:t>
            </a:r>
          </a:p>
          <a:p>
            <a:pPr marL="0" indent="0">
              <a:buNone/>
            </a:pPr>
            <a:endParaRPr lang="vi-VN" sz="2000" dirty="0"/>
          </a:p>
        </p:txBody>
      </p:sp>
      <p:sp>
        <p:nvSpPr>
          <p:cNvPr id="15" name="TextBox 14">
            <a:extLst>
              <a:ext uri="{FF2B5EF4-FFF2-40B4-BE49-F238E27FC236}">
                <a16:creationId xmlns:a16="http://schemas.microsoft.com/office/drawing/2014/main" id="{396B0F0A-BEAD-3B2B-82B2-35C2D7483330}"/>
              </a:ext>
            </a:extLst>
          </p:cNvPr>
          <p:cNvSpPr txBox="1"/>
          <p:nvPr/>
        </p:nvSpPr>
        <p:spPr>
          <a:xfrm>
            <a:off x="417396" y="5253970"/>
            <a:ext cx="3526454" cy="782394"/>
          </a:xfrm>
          <a:prstGeom prst="rect">
            <a:avLst/>
          </a:prstGeom>
          <a:noFill/>
        </p:spPr>
        <p:txBody>
          <a:bodyPr wrap="square" rtlCol="0">
            <a:spAutoFit/>
          </a:bodyPr>
          <a:lstStyle/>
          <a:p>
            <a:pPr marL="285750" indent="-285750" algn="ctr">
              <a:lnSpc>
                <a:spcPct val="150000"/>
              </a:lnSpc>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Sai </a:t>
            </a:r>
            <a:r>
              <a:rPr lang="en-US" sz="1600" dirty="0" err="1">
                <a:latin typeface="Lato" panose="020F0502020204030203" pitchFamily="34" charset="0"/>
                <a:ea typeface="Lato" panose="020F0502020204030203" pitchFamily="34" charset="0"/>
                <a:cs typeface="Lato" panose="020F0502020204030203" pitchFamily="34" charset="0"/>
              </a:rPr>
              <a:t>số</a:t>
            </a:r>
            <a:r>
              <a:rPr lang="en-US" sz="1600" dirty="0">
                <a:latin typeface="Lato" panose="020F0502020204030203" pitchFamily="34" charset="0"/>
                <a:ea typeface="Lato" panose="020F0502020204030203" pitchFamily="34" charset="0"/>
                <a:cs typeface="Lato" panose="020F0502020204030203" pitchFamily="34" charset="0"/>
              </a:rPr>
              <a:t> MAX : (0.048,0.22) (m)</a:t>
            </a:r>
          </a:p>
          <a:p>
            <a:pPr marL="285750" indent="-285750" algn="ctr">
              <a:lnSpc>
                <a:spcPct val="150000"/>
              </a:lnSpc>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Sai </a:t>
            </a:r>
            <a:r>
              <a:rPr lang="en-US" sz="1600" dirty="0" err="1">
                <a:latin typeface="Lato" panose="020F0502020204030203" pitchFamily="34" charset="0"/>
                <a:ea typeface="Lato" panose="020F0502020204030203" pitchFamily="34" charset="0"/>
                <a:cs typeface="Lato" panose="020F0502020204030203" pitchFamily="34" charset="0"/>
              </a:rPr>
              <a:t>số</a:t>
            </a:r>
            <a:r>
              <a:rPr lang="en-US" sz="1600" dirty="0">
                <a:latin typeface="Lato" panose="020F0502020204030203" pitchFamily="34" charset="0"/>
                <a:ea typeface="Lato" panose="020F0502020204030203" pitchFamily="34" charset="0"/>
                <a:cs typeface="Lato" panose="020F0502020204030203" pitchFamily="34" charset="0"/>
              </a:rPr>
              <a:t> RMSE : </a:t>
            </a:r>
            <a:r>
              <a:rPr lang="nn-NO" sz="1600" dirty="0">
                <a:latin typeface="Lato" panose="020F0502020204030203" pitchFamily="34" charset="0"/>
                <a:ea typeface="Lato" panose="020F0502020204030203" pitchFamily="34" charset="0"/>
                <a:cs typeface="Lato" panose="020F0502020204030203" pitchFamily="34" charset="0"/>
              </a:rPr>
              <a:t>(0.025,0.085) (m)</a:t>
            </a:r>
            <a:endParaRPr lang="en-US" sz="1600" dirty="0">
              <a:latin typeface="Lato" panose="020F0502020204030203" pitchFamily="34" charset="0"/>
              <a:ea typeface="Lato" panose="020F0502020204030203" pitchFamily="34" charset="0"/>
              <a:cs typeface="Lato" panose="020F0502020204030203" pitchFamily="34" charset="0"/>
            </a:endParaRPr>
          </a:p>
        </p:txBody>
      </p:sp>
      <p:sp>
        <p:nvSpPr>
          <p:cNvPr id="14" name="TextBox 13">
            <a:extLst>
              <a:ext uri="{FF2B5EF4-FFF2-40B4-BE49-F238E27FC236}">
                <a16:creationId xmlns:a16="http://schemas.microsoft.com/office/drawing/2014/main" id="{FE8054F9-9645-068C-877D-C6E026381986}"/>
              </a:ext>
            </a:extLst>
          </p:cNvPr>
          <p:cNvSpPr txBox="1"/>
          <p:nvPr/>
        </p:nvSpPr>
        <p:spPr>
          <a:xfrm>
            <a:off x="4806532" y="5279470"/>
            <a:ext cx="3526454" cy="782394"/>
          </a:xfrm>
          <a:prstGeom prst="rect">
            <a:avLst/>
          </a:prstGeom>
          <a:noFill/>
        </p:spPr>
        <p:txBody>
          <a:bodyPr wrap="square" rtlCol="0">
            <a:spAutoFit/>
          </a:bodyPr>
          <a:lstStyle/>
          <a:p>
            <a:pPr marL="285750" indent="-285750" algn="ctr">
              <a:lnSpc>
                <a:spcPct val="150000"/>
              </a:lnSpc>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Sai </a:t>
            </a:r>
            <a:r>
              <a:rPr lang="en-US" sz="1600" dirty="0" err="1">
                <a:latin typeface="Lato" panose="020F0502020204030203" pitchFamily="34" charset="0"/>
                <a:ea typeface="Lato" panose="020F0502020204030203" pitchFamily="34" charset="0"/>
                <a:cs typeface="Lato" panose="020F0502020204030203" pitchFamily="34" charset="0"/>
              </a:rPr>
              <a:t>số</a:t>
            </a:r>
            <a:r>
              <a:rPr lang="en-US" sz="1600" dirty="0">
                <a:latin typeface="Lato" panose="020F0502020204030203" pitchFamily="34" charset="0"/>
                <a:ea typeface="Lato" panose="020F0502020204030203" pitchFamily="34" charset="0"/>
                <a:cs typeface="Lato" panose="020F0502020204030203" pitchFamily="34" charset="0"/>
              </a:rPr>
              <a:t> MAX : (0.05,0.09) (rad)</a:t>
            </a:r>
          </a:p>
          <a:p>
            <a:pPr marL="285750" indent="-285750" algn="ctr">
              <a:lnSpc>
                <a:spcPct val="150000"/>
              </a:lnSpc>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Sai </a:t>
            </a:r>
            <a:r>
              <a:rPr lang="en-US" sz="1600" dirty="0" err="1">
                <a:latin typeface="Lato" panose="020F0502020204030203" pitchFamily="34" charset="0"/>
                <a:ea typeface="Lato" panose="020F0502020204030203" pitchFamily="34" charset="0"/>
                <a:cs typeface="Lato" panose="020F0502020204030203" pitchFamily="34" charset="0"/>
              </a:rPr>
              <a:t>số</a:t>
            </a:r>
            <a:r>
              <a:rPr lang="en-US" sz="1600" dirty="0">
                <a:latin typeface="Lato" panose="020F0502020204030203" pitchFamily="34" charset="0"/>
                <a:ea typeface="Lato" panose="020F0502020204030203" pitchFamily="34" charset="0"/>
                <a:cs typeface="Lato" panose="020F0502020204030203" pitchFamily="34" charset="0"/>
              </a:rPr>
              <a:t> RMSE : </a:t>
            </a:r>
            <a:r>
              <a:rPr lang="nn-NO" sz="1600" dirty="0">
                <a:latin typeface="Lato" panose="020F0502020204030203" pitchFamily="34" charset="0"/>
                <a:ea typeface="Lato" panose="020F0502020204030203" pitchFamily="34" charset="0"/>
                <a:cs typeface="Lato" panose="020F0502020204030203" pitchFamily="34" charset="0"/>
              </a:rPr>
              <a:t>(0.02,0.037) (rad)</a:t>
            </a:r>
            <a:endParaRPr lang="en-US" sz="1600" dirty="0">
              <a:latin typeface="Lato" panose="020F0502020204030203" pitchFamily="34" charset="0"/>
              <a:ea typeface="Lato" panose="020F0502020204030203" pitchFamily="34" charset="0"/>
              <a:cs typeface="Lato" panose="020F0502020204030203" pitchFamily="34" charset="0"/>
            </a:endParaRPr>
          </a:p>
        </p:txBody>
      </p:sp>
      <p:pic>
        <p:nvPicPr>
          <p:cNvPr id="5" name="Picture 4">
            <a:extLst>
              <a:ext uri="{FF2B5EF4-FFF2-40B4-BE49-F238E27FC236}">
                <a16:creationId xmlns:a16="http://schemas.microsoft.com/office/drawing/2014/main" id="{CFF7A9A1-22BE-4C9E-AA67-86CBC125D7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823" y="1793822"/>
            <a:ext cx="4265311" cy="3171919"/>
          </a:xfrm>
          <a:prstGeom prst="rect">
            <a:avLst/>
          </a:prstGeom>
        </p:spPr>
      </p:pic>
      <p:pic>
        <p:nvPicPr>
          <p:cNvPr id="7" name="Picture 6">
            <a:extLst>
              <a:ext uri="{FF2B5EF4-FFF2-40B4-BE49-F238E27FC236}">
                <a16:creationId xmlns:a16="http://schemas.microsoft.com/office/drawing/2014/main" id="{39AF69BA-0CAD-6877-D288-AB5E566536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00134" y="1812922"/>
            <a:ext cx="4548874" cy="3152819"/>
          </a:xfrm>
          <a:prstGeom prst="rect">
            <a:avLst/>
          </a:prstGeom>
        </p:spPr>
      </p:pic>
    </p:spTree>
    <p:extLst>
      <p:ext uri="{BB962C8B-B14F-4D97-AF65-F5344CB8AC3E}">
        <p14:creationId xmlns:p14="http://schemas.microsoft.com/office/powerpoint/2010/main" val="2984605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02B29-0998-44A4-9DB3-D3ACBAFE1A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99AB49-5283-F1E3-ACE3-ECAC8AF000A9}"/>
              </a:ext>
            </a:extLst>
          </p:cNvPr>
          <p:cNvSpPr>
            <a:spLocks noGrp="1"/>
          </p:cNvSpPr>
          <p:nvPr>
            <p:ph type="sldNum" sz="quarter" idx="12"/>
          </p:nvPr>
        </p:nvSpPr>
        <p:spPr/>
        <p:txBody>
          <a:bodyPr/>
          <a:lstStyle/>
          <a:p>
            <a:fld id="{9EA0BE3B-158A-4EDF-80DC-E394A0D1600F}" type="slidenum">
              <a:rPr lang="en-US" smtClean="0"/>
              <a:pPr/>
              <a:t>19</a:t>
            </a:fld>
            <a:endParaRPr lang="en-US" dirty="0"/>
          </a:p>
        </p:txBody>
      </p:sp>
      <p:sp>
        <p:nvSpPr>
          <p:cNvPr id="3" name="Title 2">
            <a:extLst>
              <a:ext uri="{FF2B5EF4-FFF2-40B4-BE49-F238E27FC236}">
                <a16:creationId xmlns:a16="http://schemas.microsoft.com/office/drawing/2014/main" id="{05596FF8-058A-5B65-2B6D-C544C904D4FB}"/>
              </a:ext>
            </a:extLst>
          </p:cNvPr>
          <p:cNvSpPr>
            <a:spLocks noGrp="1"/>
          </p:cNvSpPr>
          <p:nvPr>
            <p:ph type="title"/>
          </p:nvPr>
        </p:nvSpPr>
        <p:spPr/>
        <p:txBody>
          <a:bodyPr>
            <a:normAutofit fontScale="90000"/>
          </a:bodyPr>
          <a:lstStyle/>
          <a:p>
            <a:r>
              <a:rPr lang="vi-VN" dirty="0"/>
              <a:t>3. Mô phỏng và kết quả </a:t>
            </a:r>
            <a:endParaRPr lang="en-US" dirty="0"/>
          </a:p>
        </p:txBody>
      </p:sp>
      <p:sp>
        <p:nvSpPr>
          <p:cNvPr id="16" name="Text Placeholder 3">
            <a:extLst>
              <a:ext uri="{FF2B5EF4-FFF2-40B4-BE49-F238E27FC236}">
                <a16:creationId xmlns:a16="http://schemas.microsoft.com/office/drawing/2014/main" id="{F6F54A6A-2065-2657-D960-F0461B3F5776}"/>
              </a:ext>
            </a:extLst>
          </p:cNvPr>
          <p:cNvSpPr>
            <a:spLocks noGrp="1"/>
          </p:cNvSpPr>
          <p:nvPr>
            <p:ph type="body" sz="quarter" idx="13"/>
          </p:nvPr>
        </p:nvSpPr>
        <p:spPr>
          <a:xfrm>
            <a:off x="234823" y="821636"/>
            <a:ext cx="8674100" cy="1352399"/>
          </a:xfrm>
        </p:spPr>
        <p:txBody>
          <a:bodyPr/>
          <a:lstStyle/>
          <a:p>
            <a:pPr marL="0" indent="0">
              <a:buNone/>
            </a:pPr>
            <a:r>
              <a:rPr lang="vi-VN" sz="2200" dirty="0"/>
              <a:t>3.</a:t>
            </a:r>
            <a:r>
              <a:rPr lang="en-US" sz="2200" dirty="0"/>
              <a:t>4</a:t>
            </a:r>
            <a:r>
              <a:rPr lang="vi-VN" sz="2200" dirty="0"/>
              <a:t>. Ảnh hưởng của bộ điều khiển</a:t>
            </a:r>
            <a:r>
              <a:rPr lang="en-US" sz="2200" dirty="0"/>
              <a:t> </a:t>
            </a:r>
            <a:r>
              <a:rPr lang="en-US" sz="2200" dirty="0" err="1"/>
              <a:t>đến</a:t>
            </a:r>
            <a:r>
              <a:rPr lang="en-US" sz="2200" dirty="0"/>
              <a:t> </a:t>
            </a:r>
            <a:r>
              <a:rPr lang="en-US" sz="2200" dirty="0" err="1"/>
              <a:t>quỹ</a:t>
            </a:r>
            <a:r>
              <a:rPr lang="en-US" sz="2200" dirty="0"/>
              <a:t> </a:t>
            </a:r>
            <a:r>
              <a:rPr lang="en-US" sz="2200" dirty="0" err="1"/>
              <a:t>đạo</a:t>
            </a:r>
            <a:r>
              <a:rPr lang="en-US" sz="2200" dirty="0"/>
              <a:t> </a:t>
            </a:r>
            <a:r>
              <a:rPr lang="en-US" sz="2200" dirty="0" err="1"/>
              <a:t>chuyển</a:t>
            </a:r>
            <a:r>
              <a:rPr lang="en-US" sz="2200" dirty="0"/>
              <a:t> </a:t>
            </a:r>
            <a:r>
              <a:rPr lang="en-US" sz="2200" dirty="0" err="1"/>
              <a:t>động</a:t>
            </a:r>
            <a:endParaRPr lang="en-US" sz="2000" dirty="0"/>
          </a:p>
          <a:p>
            <a:pPr marL="0" indent="0">
              <a:lnSpc>
                <a:spcPct val="150000"/>
              </a:lnSpc>
              <a:buNone/>
            </a:pPr>
            <a:r>
              <a:rPr lang="en-US" sz="2000" dirty="0"/>
              <a:t>	</a:t>
            </a:r>
            <a:endParaRPr lang="vi-VN" sz="2000" dirty="0"/>
          </a:p>
        </p:txBody>
      </p:sp>
      <p:pic>
        <p:nvPicPr>
          <p:cNvPr id="5" name="Picture 4">
            <a:extLst>
              <a:ext uri="{FF2B5EF4-FFF2-40B4-BE49-F238E27FC236}">
                <a16:creationId xmlns:a16="http://schemas.microsoft.com/office/drawing/2014/main" id="{0852048D-3CE9-A67E-6CCC-0243633089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6729" y="2386763"/>
            <a:ext cx="4600985" cy="3427424"/>
          </a:xfrm>
          <a:prstGeom prst="rect">
            <a:avLst/>
          </a:prstGeom>
        </p:spPr>
      </p:pic>
      <p:graphicFrame>
        <p:nvGraphicFramePr>
          <p:cNvPr id="8" name="Table 7">
            <a:extLst>
              <a:ext uri="{FF2B5EF4-FFF2-40B4-BE49-F238E27FC236}">
                <a16:creationId xmlns:a16="http://schemas.microsoft.com/office/drawing/2014/main" id="{444C6ADF-7FCC-435B-BD3B-AF06CEC6EF78}"/>
              </a:ext>
            </a:extLst>
          </p:cNvPr>
          <p:cNvGraphicFramePr>
            <a:graphicFrameLocks noGrp="1"/>
          </p:cNvGraphicFramePr>
          <p:nvPr>
            <p:extLst>
              <p:ext uri="{D42A27DB-BD31-4B8C-83A1-F6EECF244321}">
                <p14:modId xmlns:p14="http://schemas.microsoft.com/office/powerpoint/2010/main" val="3055395839"/>
              </p:ext>
            </p:extLst>
          </p:nvPr>
        </p:nvGraphicFramePr>
        <p:xfrm>
          <a:off x="316943" y="2598314"/>
          <a:ext cx="4049786" cy="2872890"/>
        </p:xfrm>
        <a:graphic>
          <a:graphicData uri="http://schemas.openxmlformats.org/drawingml/2006/table">
            <a:tbl>
              <a:tblPr>
                <a:tableStyleId>{616DA210-FB5B-4158-B5E0-FEB733F419BA}</a:tableStyleId>
              </a:tblPr>
              <a:tblGrid>
                <a:gridCol w="870058">
                  <a:extLst>
                    <a:ext uri="{9D8B030D-6E8A-4147-A177-3AD203B41FA5}">
                      <a16:colId xmlns:a16="http://schemas.microsoft.com/office/drawing/2014/main" val="1608125656"/>
                    </a:ext>
                  </a:extLst>
                </a:gridCol>
                <a:gridCol w="740122">
                  <a:extLst>
                    <a:ext uri="{9D8B030D-6E8A-4147-A177-3AD203B41FA5}">
                      <a16:colId xmlns:a16="http://schemas.microsoft.com/office/drawing/2014/main" val="2522763814"/>
                    </a:ext>
                  </a:extLst>
                </a:gridCol>
                <a:gridCol w="806245">
                  <a:extLst>
                    <a:ext uri="{9D8B030D-6E8A-4147-A177-3AD203B41FA5}">
                      <a16:colId xmlns:a16="http://schemas.microsoft.com/office/drawing/2014/main" val="2766635832"/>
                    </a:ext>
                  </a:extLst>
                </a:gridCol>
                <a:gridCol w="796413">
                  <a:extLst>
                    <a:ext uri="{9D8B030D-6E8A-4147-A177-3AD203B41FA5}">
                      <a16:colId xmlns:a16="http://schemas.microsoft.com/office/drawing/2014/main" val="2369471192"/>
                    </a:ext>
                  </a:extLst>
                </a:gridCol>
                <a:gridCol w="836948">
                  <a:extLst>
                    <a:ext uri="{9D8B030D-6E8A-4147-A177-3AD203B41FA5}">
                      <a16:colId xmlns:a16="http://schemas.microsoft.com/office/drawing/2014/main" val="830345534"/>
                    </a:ext>
                  </a:extLst>
                </a:gridCol>
              </a:tblGrid>
              <a:tr h="574578">
                <a:tc>
                  <a:txBody>
                    <a:bodyPr/>
                    <a:lstStyle/>
                    <a:p>
                      <a:pPr algn="ctr" rtl="0" fontAlgn="b">
                        <a:buNone/>
                      </a:pPr>
                      <a:r>
                        <a:rPr lang="en-US" sz="1600" b="0" dirty="0" err="1">
                          <a:effectLst/>
                          <a:latin typeface="Lato" panose="020F0502020204030203" pitchFamily="34" charset="0"/>
                          <a:ea typeface="Lato" panose="020F0502020204030203" pitchFamily="34" charset="0"/>
                          <a:cs typeface="Lato" panose="020F0502020204030203" pitchFamily="34" charset="0"/>
                        </a:rPr>
                        <a:t>Biến</a:t>
                      </a:r>
                      <a:endParaRPr lang="en-US" sz="1600" b="0" dirty="0">
                        <a:effectLst/>
                        <a:latin typeface="Lato" panose="020F0502020204030203" pitchFamily="34" charset="0"/>
                        <a:ea typeface="Lato" panose="020F0502020204030203" pitchFamily="34" charset="0"/>
                        <a:cs typeface="Lato" panose="020F0502020204030203" pitchFamily="34" charset="0"/>
                      </a:endParaRPr>
                    </a:p>
                  </a:txBody>
                  <a:tcPr marL="22860" marR="22860" marT="15240" marB="15240" anchor="b"/>
                </a:tc>
                <a:tc>
                  <a:txBody>
                    <a:bodyPr/>
                    <a:lstStyle/>
                    <a:p>
                      <a:pPr algn="ctr" rtl="0" fontAlgn="b">
                        <a:buNone/>
                      </a:pPr>
                      <a:r>
                        <a:rPr lang="en-US" sz="1600" b="0" dirty="0" err="1">
                          <a:effectLst/>
                          <a:latin typeface="Lato" panose="020F0502020204030203" pitchFamily="34" charset="0"/>
                          <a:ea typeface="Lato" panose="020F0502020204030203" pitchFamily="34" charset="0"/>
                          <a:cs typeface="Lato" panose="020F0502020204030203" pitchFamily="34" charset="0"/>
                        </a:rPr>
                        <a:t>Thấp</a:t>
                      </a:r>
                      <a:endParaRPr lang="en-US" sz="1600" b="0" dirty="0">
                        <a:effectLst/>
                        <a:latin typeface="Lato" panose="020F0502020204030203" pitchFamily="34" charset="0"/>
                        <a:ea typeface="Lato" panose="020F0502020204030203" pitchFamily="34" charset="0"/>
                        <a:cs typeface="Lato" panose="020F0502020204030203" pitchFamily="34" charset="0"/>
                      </a:endParaRPr>
                    </a:p>
                  </a:txBody>
                  <a:tcPr marL="22860" marR="22860" marT="15240" marB="15240" anchor="b"/>
                </a:tc>
                <a:tc>
                  <a:txBody>
                    <a:bodyPr/>
                    <a:lstStyle/>
                    <a:p>
                      <a:pPr algn="ctr" rtl="0" fontAlgn="b">
                        <a:buNone/>
                      </a:pPr>
                      <a:r>
                        <a:rPr lang="en-US" sz="1600" b="0" dirty="0" err="1">
                          <a:effectLst/>
                          <a:latin typeface="Lato" panose="020F0502020204030203" pitchFamily="34" charset="0"/>
                          <a:ea typeface="Lato" panose="020F0502020204030203" pitchFamily="34" charset="0"/>
                          <a:cs typeface="Lato" panose="020F0502020204030203" pitchFamily="34" charset="0"/>
                        </a:rPr>
                        <a:t>Vừa</a:t>
                      </a:r>
                      <a:endParaRPr lang="en-US" sz="1600" b="0" dirty="0">
                        <a:effectLst/>
                        <a:latin typeface="Lato" panose="020F0502020204030203" pitchFamily="34" charset="0"/>
                        <a:ea typeface="Lato" panose="020F0502020204030203" pitchFamily="34" charset="0"/>
                        <a:cs typeface="Lato" panose="020F0502020204030203" pitchFamily="34" charset="0"/>
                      </a:endParaRPr>
                    </a:p>
                  </a:txBody>
                  <a:tcPr marL="22860" marR="22860" marT="15240" marB="15240" anchor="b"/>
                </a:tc>
                <a:tc>
                  <a:txBody>
                    <a:bodyPr/>
                    <a:lstStyle/>
                    <a:p>
                      <a:pPr algn="ctr" rtl="0" fontAlgn="b">
                        <a:buNone/>
                      </a:pPr>
                      <a:r>
                        <a:rPr lang="en-US" sz="1600" b="0" dirty="0">
                          <a:effectLst/>
                          <a:latin typeface="Lato" panose="020F0502020204030203" pitchFamily="34" charset="0"/>
                          <a:ea typeface="Lato" panose="020F0502020204030203" pitchFamily="34" charset="0"/>
                          <a:cs typeface="Lato" panose="020F0502020204030203" pitchFamily="34" charset="0"/>
                        </a:rPr>
                        <a:t>Cao</a:t>
                      </a:r>
                    </a:p>
                  </a:txBody>
                  <a:tcPr marL="22860" marR="22860" marT="15240" marB="15240" anchor="b"/>
                </a:tc>
                <a:tc>
                  <a:txBody>
                    <a:bodyPr/>
                    <a:lstStyle/>
                    <a:p>
                      <a:pPr algn="ctr" rtl="0" fontAlgn="b">
                        <a:buNone/>
                      </a:pPr>
                      <a:r>
                        <a:rPr lang="en-US" sz="1600" b="0" dirty="0" err="1">
                          <a:effectLst/>
                          <a:latin typeface="Lato" panose="020F0502020204030203" pitchFamily="34" charset="0"/>
                          <a:ea typeface="Lato" panose="020F0502020204030203" pitchFamily="34" charset="0"/>
                          <a:cs typeface="Lato" panose="020F0502020204030203" pitchFamily="34" charset="0"/>
                        </a:rPr>
                        <a:t>Rất</a:t>
                      </a:r>
                      <a:r>
                        <a:rPr lang="en-US" sz="1600" b="0" dirty="0">
                          <a:effectLst/>
                          <a:latin typeface="Lato" panose="020F0502020204030203" pitchFamily="34" charset="0"/>
                          <a:ea typeface="Lato" panose="020F0502020204030203" pitchFamily="34" charset="0"/>
                          <a:cs typeface="Lato" panose="020F0502020204030203" pitchFamily="34" charset="0"/>
                        </a:rPr>
                        <a:t> </a:t>
                      </a:r>
                      <a:r>
                        <a:rPr lang="en-US" sz="1600" b="0" dirty="0" err="1">
                          <a:effectLst/>
                          <a:latin typeface="Lato" panose="020F0502020204030203" pitchFamily="34" charset="0"/>
                          <a:ea typeface="Lato" panose="020F0502020204030203" pitchFamily="34" charset="0"/>
                          <a:cs typeface="Lato" panose="020F0502020204030203" pitchFamily="34" charset="0"/>
                        </a:rPr>
                        <a:t>cao</a:t>
                      </a:r>
                      <a:endParaRPr lang="en-US" sz="1600" b="0" dirty="0">
                        <a:effectLst/>
                        <a:latin typeface="Lato" panose="020F0502020204030203" pitchFamily="34" charset="0"/>
                        <a:ea typeface="Lato" panose="020F0502020204030203" pitchFamily="34" charset="0"/>
                        <a:cs typeface="Lato" panose="020F0502020204030203" pitchFamily="34" charset="0"/>
                      </a:endParaRPr>
                    </a:p>
                  </a:txBody>
                  <a:tcPr marL="22860" marR="22860" marT="15240" marB="15240" anchor="b"/>
                </a:tc>
                <a:extLst>
                  <a:ext uri="{0D108BD9-81ED-4DB2-BD59-A6C34878D82A}">
                    <a16:rowId xmlns:a16="http://schemas.microsoft.com/office/drawing/2014/main" val="472803091"/>
                  </a:ext>
                </a:extLst>
              </a:tr>
              <a:tr h="574578">
                <a:tc>
                  <a:txBody>
                    <a:bodyPr/>
                    <a:lstStyle/>
                    <a:p>
                      <a:pPr algn="ctr" rtl="0" fontAlgn="b">
                        <a:buNone/>
                      </a:pPr>
                      <a:r>
                        <a:rPr lang="en-US" sz="1600" dirty="0" err="1">
                          <a:effectLst/>
                          <a:latin typeface="Lato" panose="020F0502020204030203" pitchFamily="34" charset="0"/>
                          <a:ea typeface="Lato" panose="020F0502020204030203" pitchFamily="34" charset="0"/>
                          <a:cs typeface="Lato" panose="020F0502020204030203" pitchFamily="34" charset="0"/>
                        </a:rPr>
                        <a:t>Vị</a:t>
                      </a:r>
                      <a:r>
                        <a:rPr lang="en-US" sz="1600" dirty="0">
                          <a:effectLst/>
                          <a:latin typeface="Lato" panose="020F0502020204030203" pitchFamily="34" charset="0"/>
                          <a:ea typeface="Lato" panose="020F0502020204030203" pitchFamily="34" charset="0"/>
                          <a:cs typeface="Lato" panose="020F0502020204030203" pitchFamily="34" charset="0"/>
                        </a:rPr>
                        <a:t> </a:t>
                      </a:r>
                      <a:r>
                        <a:rPr lang="en-US" sz="1600" dirty="0" err="1">
                          <a:effectLst/>
                          <a:latin typeface="Lato" panose="020F0502020204030203" pitchFamily="34" charset="0"/>
                          <a:ea typeface="Lato" panose="020F0502020204030203" pitchFamily="34" charset="0"/>
                          <a:cs typeface="Lato" panose="020F0502020204030203" pitchFamily="34" charset="0"/>
                        </a:rPr>
                        <a:t>trí</a:t>
                      </a:r>
                      <a:r>
                        <a:rPr lang="en-US" sz="1600" dirty="0">
                          <a:effectLst/>
                          <a:latin typeface="Lato" panose="020F0502020204030203" pitchFamily="34" charset="0"/>
                          <a:ea typeface="Lato" panose="020F0502020204030203" pitchFamily="34" charset="0"/>
                          <a:cs typeface="Lato" panose="020F0502020204030203" pitchFamily="34" charset="0"/>
                        </a:rPr>
                        <a:t> x</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(0.6,0.3)</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(1.2,0.6)</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(2.4,1.2)</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(12,6)</a:t>
                      </a:r>
                    </a:p>
                  </a:txBody>
                  <a:tcPr marL="22860" marR="22860" marT="15240" marB="15240" anchor="b"/>
                </a:tc>
                <a:extLst>
                  <a:ext uri="{0D108BD9-81ED-4DB2-BD59-A6C34878D82A}">
                    <a16:rowId xmlns:a16="http://schemas.microsoft.com/office/drawing/2014/main" val="1212773149"/>
                  </a:ext>
                </a:extLst>
              </a:tr>
              <a:tr h="574578">
                <a:tc>
                  <a:txBody>
                    <a:bodyPr/>
                    <a:lstStyle/>
                    <a:p>
                      <a:pPr algn="ctr" rtl="0" fontAlgn="b">
                        <a:buNone/>
                      </a:pPr>
                      <a:r>
                        <a:rPr lang="en-US" sz="1600" dirty="0" err="1">
                          <a:effectLst/>
                          <a:latin typeface="Lato" panose="020F0502020204030203" pitchFamily="34" charset="0"/>
                          <a:ea typeface="Lato" panose="020F0502020204030203" pitchFamily="34" charset="0"/>
                          <a:cs typeface="Lato" panose="020F0502020204030203" pitchFamily="34" charset="0"/>
                        </a:rPr>
                        <a:t>Độ</a:t>
                      </a:r>
                      <a:r>
                        <a:rPr lang="en-US" sz="1600" dirty="0">
                          <a:effectLst/>
                          <a:latin typeface="Lato" panose="020F0502020204030203" pitchFamily="34" charset="0"/>
                          <a:ea typeface="Lato" panose="020F0502020204030203" pitchFamily="34" charset="0"/>
                          <a:cs typeface="Lato" panose="020F0502020204030203" pitchFamily="34" charset="0"/>
                        </a:rPr>
                        <a:t> </a:t>
                      </a:r>
                      <a:r>
                        <a:rPr lang="en-US" sz="1600" dirty="0" err="1">
                          <a:effectLst/>
                          <a:latin typeface="Lato" panose="020F0502020204030203" pitchFamily="34" charset="0"/>
                          <a:ea typeface="Lato" panose="020F0502020204030203" pitchFamily="34" charset="0"/>
                          <a:cs typeface="Lato" panose="020F0502020204030203" pitchFamily="34" charset="0"/>
                        </a:rPr>
                        <a:t>cao</a:t>
                      </a:r>
                      <a:r>
                        <a:rPr lang="en-US" sz="1600" dirty="0">
                          <a:effectLst/>
                          <a:latin typeface="Lato" panose="020F0502020204030203" pitchFamily="34" charset="0"/>
                          <a:ea typeface="Lato" panose="020F0502020204030203" pitchFamily="34" charset="0"/>
                          <a:cs typeface="Lato" panose="020F0502020204030203" pitchFamily="34" charset="0"/>
                        </a:rPr>
                        <a:t> z</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(5,2.75)</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(10,5.5)</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(20,11)</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(100,55)</a:t>
                      </a:r>
                    </a:p>
                  </a:txBody>
                  <a:tcPr marL="22860" marR="22860" marT="15240" marB="15240" anchor="b"/>
                </a:tc>
                <a:extLst>
                  <a:ext uri="{0D108BD9-81ED-4DB2-BD59-A6C34878D82A}">
                    <a16:rowId xmlns:a16="http://schemas.microsoft.com/office/drawing/2014/main" val="774896994"/>
                  </a:ext>
                </a:extLst>
              </a:tr>
              <a:tr h="574578">
                <a:tc>
                  <a:txBody>
                    <a:bodyPr/>
                    <a:lstStyle/>
                    <a:p>
                      <a:pPr algn="ctr" rtl="0" fontAlgn="b">
                        <a:buNone/>
                      </a:pPr>
                      <a:r>
                        <a:rPr lang="en-US" sz="1600" dirty="0" err="1">
                          <a:effectLst/>
                          <a:latin typeface="Lato" panose="020F0502020204030203" pitchFamily="34" charset="0"/>
                          <a:ea typeface="Lato" panose="020F0502020204030203" pitchFamily="34" charset="0"/>
                          <a:cs typeface="Lato" panose="020F0502020204030203" pitchFamily="34" charset="0"/>
                        </a:rPr>
                        <a:t>Góc</a:t>
                      </a:r>
                      <a:r>
                        <a:rPr lang="en-US" sz="1600" dirty="0">
                          <a:effectLst/>
                          <a:latin typeface="Lato" panose="020F0502020204030203" pitchFamily="34" charset="0"/>
                          <a:ea typeface="Lato" panose="020F0502020204030203" pitchFamily="34" charset="0"/>
                          <a:cs typeface="Lato" panose="020F0502020204030203" pitchFamily="34" charset="0"/>
                        </a:rPr>
                        <a:t> </a:t>
                      </a:r>
                      <a:r>
                        <a:rPr lang="el-GR" sz="1600" dirty="0">
                          <a:effectLst/>
                          <a:latin typeface="Lato" panose="020F0502020204030203" pitchFamily="34" charset="0"/>
                          <a:ea typeface="Lato" panose="020F0502020204030203" pitchFamily="34" charset="0"/>
                          <a:cs typeface="Lato" panose="020F0502020204030203" pitchFamily="34" charset="0"/>
                        </a:rPr>
                        <a:t>θ</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(3,1.25)</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(6,2.5)</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(12,5)</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(60,25)</a:t>
                      </a:r>
                    </a:p>
                  </a:txBody>
                  <a:tcPr marL="22860" marR="22860" marT="15240" marB="15240" anchor="b"/>
                </a:tc>
                <a:extLst>
                  <a:ext uri="{0D108BD9-81ED-4DB2-BD59-A6C34878D82A}">
                    <a16:rowId xmlns:a16="http://schemas.microsoft.com/office/drawing/2014/main" val="3238455467"/>
                  </a:ext>
                </a:extLst>
              </a:tr>
              <a:tr h="574578">
                <a:tc>
                  <a:txBody>
                    <a:bodyPr/>
                    <a:lstStyle/>
                    <a:p>
                      <a:pPr algn="ctr" rtl="0" fontAlgn="b">
                        <a:buNone/>
                      </a:pPr>
                      <a:r>
                        <a:rPr lang="en-US" sz="1600" dirty="0" err="1">
                          <a:effectLst/>
                          <a:latin typeface="Lato" panose="020F0502020204030203" pitchFamily="34" charset="0"/>
                          <a:ea typeface="Lato" panose="020F0502020204030203" pitchFamily="34" charset="0"/>
                          <a:cs typeface="Lato" panose="020F0502020204030203" pitchFamily="34" charset="0"/>
                        </a:rPr>
                        <a:t>Góc</a:t>
                      </a:r>
                      <a:r>
                        <a:rPr lang="en-US" sz="1600" dirty="0">
                          <a:effectLst/>
                          <a:latin typeface="Lato" panose="020F0502020204030203" pitchFamily="34" charset="0"/>
                          <a:ea typeface="Lato" panose="020F0502020204030203" pitchFamily="34" charset="0"/>
                          <a:cs typeface="Lato" panose="020F0502020204030203" pitchFamily="34" charset="0"/>
                        </a:rPr>
                        <a:t> </a:t>
                      </a:r>
                      <a:r>
                        <a:rPr lang="el-GR" sz="1600" dirty="0">
                          <a:effectLst/>
                          <a:latin typeface="Lato" panose="020F0502020204030203" pitchFamily="34" charset="0"/>
                          <a:ea typeface="Lato" panose="020F0502020204030203" pitchFamily="34" charset="0"/>
                          <a:cs typeface="Lato" panose="020F0502020204030203" pitchFamily="34" charset="0"/>
                        </a:rPr>
                        <a:t>β</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(1,0.3)</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(2,0.6)</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(4,1.2)</a:t>
                      </a:r>
                    </a:p>
                  </a:txBody>
                  <a:tcPr marL="22860" marR="22860" marT="15240" marB="15240" anchor="b"/>
                </a:tc>
                <a:tc>
                  <a:txBody>
                    <a:bodyPr/>
                    <a:lstStyle/>
                    <a:p>
                      <a:pPr algn="ctr" rtl="0" fontAlgn="b">
                        <a:buNone/>
                      </a:pPr>
                      <a:r>
                        <a:rPr lang="en-US" sz="1400" dirty="0">
                          <a:effectLst/>
                          <a:latin typeface="Lato" panose="020F0502020204030203" pitchFamily="34" charset="0"/>
                          <a:ea typeface="Lato" panose="020F0502020204030203" pitchFamily="34" charset="0"/>
                          <a:cs typeface="Lato" panose="020F0502020204030203" pitchFamily="34" charset="0"/>
                        </a:rPr>
                        <a:t>(20,6)</a:t>
                      </a:r>
                    </a:p>
                  </a:txBody>
                  <a:tcPr marL="22860" marR="22860" marT="15240" marB="15240" anchor="b"/>
                </a:tc>
                <a:extLst>
                  <a:ext uri="{0D108BD9-81ED-4DB2-BD59-A6C34878D82A}">
                    <a16:rowId xmlns:a16="http://schemas.microsoft.com/office/drawing/2014/main" val="1476371347"/>
                  </a:ext>
                </a:extLst>
              </a:tr>
            </a:tbl>
          </a:graphicData>
        </a:graphic>
      </p:graphicFrame>
      <p:sp>
        <p:nvSpPr>
          <p:cNvPr id="9" name="TextBox 8">
            <a:extLst>
              <a:ext uri="{FF2B5EF4-FFF2-40B4-BE49-F238E27FC236}">
                <a16:creationId xmlns:a16="http://schemas.microsoft.com/office/drawing/2014/main" id="{1C19B58C-B7DB-20F0-7897-BC034A5B3A92}"/>
              </a:ext>
            </a:extLst>
          </p:cNvPr>
          <p:cNvSpPr txBox="1"/>
          <p:nvPr/>
        </p:nvSpPr>
        <p:spPr>
          <a:xfrm>
            <a:off x="234823" y="1328303"/>
            <a:ext cx="8518652" cy="868636"/>
          </a:xfrm>
          <a:prstGeom prst="rect">
            <a:avLst/>
          </a:prstGeom>
          <a:noFill/>
        </p:spPr>
        <p:txBody>
          <a:bodyPr wrap="square" rtlCol="0">
            <a:spAutoFit/>
          </a:bodyPr>
          <a:lstStyle/>
          <a:p>
            <a:pPr algn="ctr">
              <a:lnSpc>
                <a:spcPct val="150000"/>
              </a:lnSpc>
            </a:pPr>
            <a:r>
              <a:rPr lang="en-US" dirty="0">
                <a:latin typeface="Lato" panose="020F0502020204030203" pitchFamily="34" charset="0"/>
                <a:ea typeface="Lato" panose="020F0502020204030203" pitchFamily="34" charset="0"/>
                <a:cs typeface="Lato" panose="020F0502020204030203" pitchFamily="34" charset="0"/>
              </a:rPr>
              <a:t>Các </a:t>
            </a:r>
            <a:r>
              <a:rPr lang="en-US" dirty="0" err="1">
                <a:latin typeface="Lato" panose="020F0502020204030203" pitchFamily="34" charset="0"/>
                <a:ea typeface="Lato" panose="020F0502020204030203" pitchFamily="34" charset="0"/>
                <a:cs typeface="Lato" panose="020F0502020204030203" pitchFamily="34" charset="0"/>
              </a:rPr>
              <a:t>thông</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số</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tỷ</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lệ</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Kp</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Kd</a:t>
            </a:r>
            <a:r>
              <a:rPr lang="en-US" dirty="0">
                <a:latin typeface="Lato" panose="020F0502020204030203" pitchFamily="34" charset="0"/>
                <a:ea typeface="Lato" panose="020F0502020204030203" pitchFamily="34" charset="0"/>
                <a:cs typeface="Lato" panose="020F0502020204030203" pitchFamily="34" charset="0"/>
              </a:rPr>
              <a:t>) </a:t>
            </a:r>
            <a:r>
              <a:rPr lang="vi-VN" dirty="0">
                <a:latin typeface="Lato" panose="020F0502020204030203" pitchFamily="34" charset="0"/>
                <a:ea typeface="Lato" panose="020F0502020204030203" pitchFamily="34" charset="0"/>
                <a:cs typeface="Lato" panose="020F0502020204030203" pitchFamily="34" charset="0"/>
              </a:rPr>
              <a:t>được thay đổi theo nhiều mức để đánh giá ảnh hưởng đến khả năng bám quỹ đạo</a:t>
            </a:r>
            <a:endParaRPr lang="en-US"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871558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775C1-C494-B752-D520-CE81ECE0FFC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109774-A8DC-16AC-A9C9-DD60CFE56BBF}"/>
              </a:ext>
            </a:extLst>
          </p:cNvPr>
          <p:cNvSpPr>
            <a:spLocks noGrp="1"/>
          </p:cNvSpPr>
          <p:nvPr>
            <p:ph type="sldNum" sz="quarter" idx="12"/>
          </p:nvPr>
        </p:nvSpPr>
        <p:spPr/>
        <p:txBody>
          <a:bodyPr/>
          <a:lstStyle/>
          <a:p>
            <a:fld id="{9EA0BE3B-158A-4EDF-80DC-E394A0D1600F}" type="slidenum">
              <a:rPr lang="en-US" smtClean="0"/>
              <a:pPr/>
              <a:t>20</a:t>
            </a:fld>
            <a:endParaRPr lang="en-US" dirty="0"/>
          </a:p>
        </p:txBody>
      </p:sp>
      <p:sp>
        <p:nvSpPr>
          <p:cNvPr id="3" name="Title 2">
            <a:extLst>
              <a:ext uri="{FF2B5EF4-FFF2-40B4-BE49-F238E27FC236}">
                <a16:creationId xmlns:a16="http://schemas.microsoft.com/office/drawing/2014/main" id="{366F170C-8F8C-AE5B-D41B-47DBEC29E7F3}"/>
              </a:ext>
            </a:extLst>
          </p:cNvPr>
          <p:cNvSpPr>
            <a:spLocks noGrp="1"/>
          </p:cNvSpPr>
          <p:nvPr>
            <p:ph type="title"/>
          </p:nvPr>
        </p:nvSpPr>
        <p:spPr/>
        <p:txBody>
          <a:bodyPr>
            <a:normAutofit fontScale="90000"/>
          </a:bodyPr>
          <a:lstStyle/>
          <a:p>
            <a:r>
              <a:rPr lang="vi-VN" dirty="0"/>
              <a:t>3. Mô phỏng và kết quả </a:t>
            </a:r>
            <a:endParaRPr lang="en-US" dirty="0"/>
          </a:p>
        </p:txBody>
      </p:sp>
      <p:grpSp>
        <p:nvGrpSpPr>
          <p:cNvPr id="10" name="Group 9">
            <a:extLst>
              <a:ext uri="{FF2B5EF4-FFF2-40B4-BE49-F238E27FC236}">
                <a16:creationId xmlns:a16="http://schemas.microsoft.com/office/drawing/2014/main" id="{7A9149DF-9455-8E9D-848E-14D236C35BE5}"/>
              </a:ext>
            </a:extLst>
          </p:cNvPr>
          <p:cNvGrpSpPr/>
          <p:nvPr/>
        </p:nvGrpSpPr>
        <p:grpSpPr>
          <a:xfrm>
            <a:off x="234823" y="2348012"/>
            <a:ext cx="8771596" cy="2589964"/>
            <a:chOff x="234823" y="1978577"/>
            <a:chExt cx="8771596" cy="2589964"/>
          </a:xfrm>
        </p:grpSpPr>
        <p:pic>
          <p:nvPicPr>
            <p:cNvPr id="6" name="Picture 5">
              <a:extLst>
                <a:ext uri="{FF2B5EF4-FFF2-40B4-BE49-F238E27FC236}">
                  <a16:creationId xmlns:a16="http://schemas.microsoft.com/office/drawing/2014/main" id="{1BE54209-E4D3-872B-D33B-09B516D435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823" y="1978577"/>
              <a:ext cx="4352783" cy="2589964"/>
            </a:xfrm>
            <a:prstGeom prst="rect">
              <a:avLst/>
            </a:prstGeom>
          </p:spPr>
        </p:pic>
        <p:pic>
          <p:nvPicPr>
            <p:cNvPr id="4" name="Picture 3">
              <a:extLst>
                <a:ext uri="{FF2B5EF4-FFF2-40B4-BE49-F238E27FC236}">
                  <a16:creationId xmlns:a16="http://schemas.microsoft.com/office/drawing/2014/main" id="{511954C2-B0E3-8F21-7DA4-686A21D437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3635" y="1978577"/>
              <a:ext cx="4352784" cy="2589964"/>
            </a:xfrm>
            <a:prstGeom prst="rect">
              <a:avLst/>
            </a:prstGeom>
          </p:spPr>
        </p:pic>
      </p:grpSp>
      <p:sp>
        <p:nvSpPr>
          <p:cNvPr id="8" name="TextBox 7">
            <a:extLst>
              <a:ext uri="{FF2B5EF4-FFF2-40B4-BE49-F238E27FC236}">
                <a16:creationId xmlns:a16="http://schemas.microsoft.com/office/drawing/2014/main" id="{B725AAEF-01AC-BA15-6F01-FD961795A098}"/>
              </a:ext>
            </a:extLst>
          </p:cNvPr>
          <p:cNvSpPr txBox="1"/>
          <p:nvPr/>
        </p:nvSpPr>
        <p:spPr>
          <a:xfrm>
            <a:off x="332875" y="5161404"/>
            <a:ext cx="3620500" cy="78239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Sai </a:t>
            </a:r>
            <a:r>
              <a:rPr lang="en-US" sz="1600" dirty="0" err="1">
                <a:latin typeface="Lato" panose="020F0502020204030203" pitchFamily="34" charset="0"/>
                <a:ea typeface="Lato" panose="020F0502020204030203" pitchFamily="34" charset="0"/>
                <a:cs typeface="Lato" panose="020F0502020204030203" pitchFamily="34" charset="0"/>
              </a:rPr>
              <a:t>số</a:t>
            </a:r>
            <a:r>
              <a:rPr lang="en-US" sz="1600" dirty="0">
                <a:latin typeface="Lato" panose="020F0502020204030203" pitchFamily="34" charset="0"/>
                <a:ea typeface="Lato" panose="020F0502020204030203" pitchFamily="34" charset="0"/>
                <a:cs typeface="Lato" panose="020F0502020204030203" pitchFamily="34" charset="0"/>
              </a:rPr>
              <a:t> MAX : (0.05,0.09) (rad)</a:t>
            </a:r>
          </a:p>
          <a:p>
            <a:pPr marL="285750" indent="-285750">
              <a:lnSpc>
                <a:spcPct val="150000"/>
              </a:lnSpc>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Sai </a:t>
            </a:r>
            <a:r>
              <a:rPr lang="en-US" sz="1600" dirty="0" err="1">
                <a:latin typeface="Lato" panose="020F0502020204030203" pitchFamily="34" charset="0"/>
                <a:ea typeface="Lato" panose="020F0502020204030203" pitchFamily="34" charset="0"/>
                <a:cs typeface="Lato" panose="020F0502020204030203" pitchFamily="34" charset="0"/>
              </a:rPr>
              <a:t>số</a:t>
            </a:r>
            <a:r>
              <a:rPr lang="en-US" sz="1600" dirty="0">
                <a:latin typeface="Lato" panose="020F0502020204030203" pitchFamily="34" charset="0"/>
                <a:ea typeface="Lato" panose="020F0502020204030203" pitchFamily="34" charset="0"/>
                <a:cs typeface="Lato" panose="020F0502020204030203" pitchFamily="34" charset="0"/>
              </a:rPr>
              <a:t> RMSE : </a:t>
            </a:r>
            <a:r>
              <a:rPr lang="nn-NO" sz="1600" dirty="0">
                <a:latin typeface="Lato" panose="020F0502020204030203" pitchFamily="34" charset="0"/>
                <a:ea typeface="Lato" panose="020F0502020204030203" pitchFamily="34" charset="0"/>
                <a:cs typeface="Lato" panose="020F0502020204030203" pitchFamily="34" charset="0"/>
              </a:rPr>
              <a:t>(0.025,0.036) (rad)</a:t>
            </a:r>
            <a:endParaRPr lang="en-US" sz="1600" dirty="0">
              <a:latin typeface="Lato" panose="020F0502020204030203" pitchFamily="34" charset="0"/>
              <a:ea typeface="Lato" panose="020F0502020204030203" pitchFamily="34" charset="0"/>
              <a:cs typeface="Lato" panose="020F0502020204030203" pitchFamily="34" charset="0"/>
            </a:endParaRPr>
          </a:p>
        </p:txBody>
      </p:sp>
      <p:sp>
        <p:nvSpPr>
          <p:cNvPr id="9" name="TextBox 8">
            <a:extLst>
              <a:ext uri="{FF2B5EF4-FFF2-40B4-BE49-F238E27FC236}">
                <a16:creationId xmlns:a16="http://schemas.microsoft.com/office/drawing/2014/main" id="{132BD711-C346-1058-0B84-3A6F41F70215}"/>
              </a:ext>
            </a:extLst>
          </p:cNvPr>
          <p:cNvSpPr txBox="1"/>
          <p:nvPr/>
        </p:nvSpPr>
        <p:spPr>
          <a:xfrm>
            <a:off x="5284671" y="5161404"/>
            <a:ext cx="3526454" cy="78239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Sai </a:t>
            </a:r>
            <a:r>
              <a:rPr lang="en-US" sz="1600" dirty="0" err="1">
                <a:latin typeface="Lato" panose="020F0502020204030203" pitchFamily="34" charset="0"/>
                <a:ea typeface="Lato" panose="020F0502020204030203" pitchFamily="34" charset="0"/>
                <a:cs typeface="Lato" panose="020F0502020204030203" pitchFamily="34" charset="0"/>
              </a:rPr>
              <a:t>số</a:t>
            </a:r>
            <a:r>
              <a:rPr lang="en-US" sz="1600" dirty="0">
                <a:latin typeface="Lato" panose="020F0502020204030203" pitchFamily="34" charset="0"/>
                <a:ea typeface="Lato" panose="020F0502020204030203" pitchFamily="34" charset="0"/>
                <a:cs typeface="Lato" panose="020F0502020204030203" pitchFamily="34" charset="0"/>
              </a:rPr>
              <a:t> MAX : (0.08,0.14) (m)</a:t>
            </a:r>
          </a:p>
          <a:p>
            <a:pPr marL="285750" indent="-285750">
              <a:lnSpc>
                <a:spcPct val="150000"/>
              </a:lnSpc>
              <a:buFont typeface="Arial" panose="020B0604020202020204" pitchFamily="34" charset="0"/>
              <a:buChar char="•"/>
            </a:pPr>
            <a:r>
              <a:rPr lang="en-US" sz="1600" dirty="0">
                <a:latin typeface="Lato" panose="020F0502020204030203" pitchFamily="34" charset="0"/>
                <a:ea typeface="Lato" panose="020F0502020204030203" pitchFamily="34" charset="0"/>
                <a:cs typeface="Lato" panose="020F0502020204030203" pitchFamily="34" charset="0"/>
              </a:rPr>
              <a:t>Sai </a:t>
            </a:r>
            <a:r>
              <a:rPr lang="en-US" sz="1600" dirty="0" err="1">
                <a:latin typeface="Lato" panose="020F0502020204030203" pitchFamily="34" charset="0"/>
                <a:ea typeface="Lato" panose="020F0502020204030203" pitchFamily="34" charset="0"/>
                <a:cs typeface="Lato" panose="020F0502020204030203" pitchFamily="34" charset="0"/>
              </a:rPr>
              <a:t>số</a:t>
            </a:r>
            <a:r>
              <a:rPr lang="en-US" sz="1600" dirty="0">
                <a:latin typeface="Lato" panose="020F0502020204030203" pitchFamily="34" charset="0"/>
                <a:ea typeface="Lato" panose="020F0502020204030203" pitchFamily="34" charset="0"/>
                <a:cs typeface="Lato" panose="020F0502020204030203" pitchFamily="34" charset="0"/>
              </a:rPr>
              <a:t> RMSE : </a:t>
            </a:r>
            <a:r>
              <a:rPr lang="nn-NO" sz="1600" dirty="0">
                <a:latin typeface="Lato" panose="020F0502020204030203" pitchFamily="34" charset="0"/>
                <a:ea typeface="Lato" panose="020F0502020204030203" pitchFamily="34" charset="0"/>
                <a:cs typeface="Lato" panose="020F0502020204030203" pitchFamily="34" charset="0"/>
              </a:rPr>
              <a:t>(0.04,0.07) (m)</a:t>
            </a:r>
            <a:endParaRPr lang="en-US" sz="1600" dirty="0">
              <a:latin typeface="Lato" panose="020F0502020204030203" pitchFamily="34" charset="0"/>
              <a:ea typeface="Lato" panose="020F0502020204030203" pitchFamily="34" charset="0"/>
              <a:cs typeface="Lato" panose="020F0502020204030203" pitchFamily="34" charset="0"/>
            </a:endParaRPr>
          </a:p>
        </p:txBody>
      </p:sp>
      <p:sp>
        <p:nvSpPr>
          <p:cNvPr id="11" name="TextBox 10">
            <a:extLst>
              <a:ext uri="{FF2B5EF4-FFF2-40B4-BE49-F238E27FC236}">
                <a16:creationId xmlns:a16="http://schemas.microsoft.com/office/drawing/2014/main" id="{BD5F7334-EF48-3550-89CC-AA9BD980DC0C}"/>
              </a:ext>
            </a:extLst>
          </p:cNvPr>
          <p:cNvSpPr txBox="1"/>
          <p:nvPr/>
        </p:nvSpPr>
        <p:spPr>
          <a:xfrm>
            <a:off x="250556" y="1305399"/>
            <a:ext cx="8674100" cy="86863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err="1">
                <a:latin typeface="Lato" panose="020F0502020204030203" pitchFamily="34" charset="0"/>
                <a:ea typeface="Lato" panose="020F0502020204030203" pitchFamily="34" charset="0"/>
                <a:cs typeface="Lato" panose="020F0502020204030203" pitchFamily="34" charset="0"/>
              </a:rPr>
              <a:t>Ổn</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định</a:t>
            </a:r>
            <a:r>
              <a:rPr lang="en-US" dirty="0">
                <a:latin typeface="Lato" panose="020F0502020204030203" pitchFamily="34" charset="0"/>
                <a:ea typeface="Lato" panose="020F0502020204030203" pitchFamily="34" charset="0"/>
                <a:cs typeface="Lato" panose="020F0502020204030203" pitchFamily="34" charset="0"/>
              </a:rPr>
              <a:t> ở </a:t>
            </a:r>
            <a:r>
              <a:rPr lang="en-US" dirty="0" err="1">
                <a:latin typeface="Lato" panose="020F0502020204030203" pitchFamily="34" charset="0"/>
                <a:ea typeface="Lato" panose="020F0502020204030203" pitchFamily="34" charset="0"/>
                <a:cs typeface="Lato" panose="020F0502020204030203" pitchFamily="34" charset="0"/>
              </a:rPr>
              <a:t>vừa</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và</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cao</a:t>
            </a:r>
            <a:endParaRPr lang="en-US" dirty="0">
              <a:latin typeface="Lato" panose="020F0502020204030203" pitchFamily="34" charset="0"/>
              <a:ea typeface="Lato" panose="020F0502020204030203" pitchFamily="34" charset="0"/>
              <a:cs typeface="Lato" panose="020F0502020204030203" pitchFamily="34" charset="0"/>
            </a:endParaRPr>
          </a:p>
          <a:p>
            <a:pPr marL="285750" indent="-285750">
              <a:lnSpc>
                <a:spcPct val="150000"/>
              </a:lnSpc>
              <a:buFont typeface="Arial" panose="020B0604020202020204" pitchFamily="34" charset="0"/>
              <a:buChar char="•"/>
            </a:pPr>
            <a:r>
              <a:rPr lang="en-US" dirty="0">
                <a:latin typeface="Lato" panose="020F0502020204030203" pitchFamily="34" charset="0"/>
                <a:ea typeface="Lato" panose="020F0502020204030203" pitchFamily="34" charset="0"/>
                <a:cs typeface="Lato" panose="020F0502020204030203" pitchFamily="34" charset="0"/>
              </a:rPr>
              <a:t>Khi </a:t>
            </a:r>
            <a:r>
              <a:rPr lang="en-US" dirty="0" err="1">
                <a:latin typeface="Lato" panose="020F0502020204030203" pitchFamily="34" charset="0"/>
                <a:ea typeface="Lato" panose="020F0502020204030203" pitchFamily="34" charset="0"/>
                <a:cs typeface="Lato" panose="020F0502020204030203" pitchFamily="34" charset="0"/>
              </a:rPr>
              <a:t>Kp</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Kd</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tăng</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rất</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cao</a:t>
            </a:r>
            <a:r>
              <a:rPr lang="en-US" dirty="0">
                <a:latin typeface="Lato" panose="020F0502020204030203" pitchFamily="34" charset="0"/>
                <a:ea typeface="Lato" panose="020F0502020204030203" pitchFamily="34" charset="0"/>
                <a:cs typeface="Lato" panose="020F0502020204030203" pitchFamily="34" charset="0"/>
              </a:rPr>
              <a:t> , </a:t>
            </a:r>
            <a:r>
              <a:rPr lang="en-US" dirty="0" err="1">
                <a:latin typeface="Lato" panose="020F0502020204030203" pitchFamily="34" charset="0"/>
                <a:ea typeface="Lato" panose="020F0502020204030203" pitchFamily="34" charset="0"/>
                <a:cs typeface="Lato" panose="020F0502020204030203" pitchFamily="34" charset="0"/>
              </a:rPr>
              <a:t>mất</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ổn</a:t>
            </a:r>
            <a:r>
              <a:rPr lang="en-US" dirty="0">
                <a:latin typeface="Lato" panose="020F0502020204030203" pitchFamily="34" charset="0"/>
                <a:ea typeface="Lato" panose="020F0502020204030203" pitchFamily="34" charset="0"/>
                <a:cs typeface="Lato" panose="020F0502020204030203" pitchFamily="34" charset="0"/>
              </a:rPr>
              <a:t> </a:t>
            </a:r>
            <a:r>
              <a:rPr lang="en-US" dirty="0" err="1">
                <a:latin typeface="Lato" panose="020F0502020204030203" pitchFamily="34" charset="0"/>
                <a:ea typeface="Lato" panose="020F0502020204030203" pitchFamily="34" charset="0"/>
                <a:cs typeface="Lato" panose="020F0502020204030203" pitchFamily="34" charset="0"/>
              </a:rPr>
              <a:t>định</a:t>
            </a:r>
            <a:endParaRPr lang="en-US" dirty="0">
              <a:latin typeface="Lato" panose="020F0502020204030203" pitchFamily="34" charset="0"/>
              <a:ea typeface="Lato" panose="020F0502020204030203" pitchFamily="34" charset="0"/>
              <a:cs typeface="Lato" panose="020F0502020204030203" pitchFamily="34" charset="0"/>
            </a:endParaRPr>
          </a:p>
        </p:txBody>
      </p:sp>
      <p:sp>
        <p:nvSpPr>
          <p:cNvPr id="14" name="Text Placeholder 3">
            <a:extLst>
              <a:ext uri="{FF2B5EF4-FFF2-40B4-BE49-F238E27FC236}">
                <a16:creationId xmlns:a16="http://schemas.microsoft.com/office/drawing/2014/main" id="{5028A3F1-ED95-53F4-29A4-B1D4087B64C9}"/>
              </a:ext>
            </a:extLst>
          </p:cNvPr>
          <p:cNvSpPr>
            <a:spLocks noGrp="1"/>
          </p:cNvSpPr>
          <p:nvPr>
            <p:ph type="body" sz="quarter" idx="13"/>
          </p:nvPr>
        </p:nvSpPr>
        <p:spPr>
          <a:xfrm>
            <a:off x="234823" y="821636"/>
            <a:ext cx="8674100" cy="1352399"/>
          </a:xfrm>
        </p:spPr>
        <p:txBody>
          <a:bodyPr/>
          <a:lstStyle/>
          <a:p>
            <a:pPr marL="0" indent="0">
              <a:buNone/>
            </a:pPr>
            <a:r>
              <a:rPr lang="vi-VN" sz="2200" dirty="0"/>
              <a:t>3.</a:t>
            </a:r>
            <a:r>
              <a:rPr lang="en-US" sz="2200" dirty="0"/>
              <a:t>4</a:t>
            </a:r>
            <a:r>
              <a:rPr lang="vi-VN" sz="2200" dirty="0"/>
              <a:t>. Ảnh hưởng của bộ điều khiển</a:t>
            </a:r>
            <a:r>
              <a:rPr lang="en-US" sz="2200" dirty="0"/>
              <a:t> </a:t>
            </a:r>
            <a:r>
              <a:rPr lang="en-US" sz="2200" dirty="0" err="1"/>
              <a:t>đến</a:t>
            </a:r>
            <a:r>
              <a:rPr lang="en-US" sz="2200" dirty="0"/>
              <a:t> </a:t>
            </a:r>
            <a:r>
              <a:rPr lang="en-US" sz="2200" dirty="0" err="1"/>
              <a:t>quỹ</a:t>
            </a:r>
            <a:r>
              <a:rPr lang="en-US" sz="2200" dirty="0"/>
              <a:t> </a:t>
            </a:r>
            <a:r>
              <a:rPr lang="en-US" sz="2200" dirty="0" err="1"/>
              <a:t>đạo</a:t>
            </a:r>
            <a:r>
              <a:rPr lang="en-US" sz="2200" dirty="0"/>
              <a:t> </a:t>
            </a:r>
            <a:r>
              <a:rPr lang="en-US" sz="2200" dirty="0" err="1"/>
              <a:t>chuyển</a:t>
            </a:r>
            <a:r>
              <a:rPr lang="en-US" sz="2200" dirty="0"/>
              <a:t> </a:t>
            </a:r>
            <a:r>
              <a:rPr lang="en-US" sz="2200" dirty="0" err="1"/>
              <a:t>động</a:t>
            </a:r>
            <a:endParaRPr lang="en-US" sz="2000" dirty="0"/>
          </a:p>
          <a:p>
            <a:pPr marL="0" indent="0">
              <a:lnSpc>
                <a:spcPct val="150000"/>
              </a:lnSpc>
              <a:buNone/>
            </a:pPr>
            <a:r>
              <a:rPr lang="en-US" sz="2000" dirty="0"/>
              <a:t>	</a:t>
            </a:r>
            <a:endParaRPr lang="vi-VN" sz="2000" dirty="0"/>
          </a:p>
        </p:txBody>
      </p:sp>
    </p:spTree>
    <p:extLst>
      <p:ext uri="{BB962C8B-B14F-4D97-AF65-F5344CB8AC3E}">
        <p14:creationId xmlns:p14="http://schemas.microsoft.com/office/powerpoint/2010/main" val="2526904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2BCA-A953-E4E8-9DF4-8067541650B1}"/>
              </a:ext>
            </a:extLst>
          </p:cNvPr>
          <p:cNvSpPr>
            <a:spLocks noGrp="1"/>
          </p:cNvSpPr>
          <p:nvPr>
            <p:ph type="title"/>
          </p:nvPr>
        </p:nvSpPr>
        <p:spPr/>
        <p:txBody>
          <a:bodyPr>
            <a:normAutofit fontScale="90000"/>
          </a:bodyPr>
          <a:lstStyle/>
          <a:p>
            <a:r>
              <a:rPr lang="vi-VN" dirty="0"/>
              <a:t>4. Kết luận và hướng phát triển</a:t>
            </a:r>
            <a:endParaRPr lang="en-US" dirty="0"/>
          </a:p>
        </p:txBody>
      </p:sp>
      <p:sp>
        <p:nvSpPr>
          <p:cNvPr id="4" name="Content Placeholder 3">
            <a:extLst>
              <a:ext uri="{FF2B5EF4-FFF2-40B4-BE49-F238E27FC236}">
                <a16:creationId xmlns:a16="http://schemas.microsoft.com/office/drawing/2014/main" id="{8F3E6E5C-9744-5884-9CF6-BA4CC119CD42}"/>
              </a:ext>
            </a:extLst>
          </p:cNvPr>
          <p:cNvSpPr>
            <a:spLocks noGrp="1"/>
          </p:cNvSpPr>
          <p:nvPr>
            <p:ph sz="half" idx="1"/>
          </p:nvPr>
        </p:nvSpPr>
        <p:spPr>
          <a:xfrm>
            <a:off x="273003" y="904463"/>
            <a:ext cx="7869273" cy="3399183"/>
          </a:xfrm>
        </p:spPr>
        <p:txBody>
          <a:bodyPr>
            <a:normAutofit lnSpcReduction="10000"/>
          </a:bodyPr>
          <a:lstStyle/>
          <a:p>
            <a:pPr marL="0" indent="0">
              <a:lnSpc>
                <a:spcPct val="100000"/>
              </a:lnSpc>
              <a:buNone/>
            </a:pPr>
            <a:r>
              <a:rPr lang="vi-VN" sz="2200" dirty="0"/>
              <a:t>Kết quả đạt được:</a:t>
            </a:r>
          </a:p>
          <a:p>
            <a:pPr marL="285744" indent="-285744">
              <a:lnSpc>
                <a:spcPct val="150000"/>
              </a:lnSpc>
            </a:pPr>
            <a:r>
              <a:rPr lang="vi-VN" sz="2000" dirty="0"/>
              <a:t>Quỹ đạo được sinh bằng QP, bảo đảm tính trơn và thỏa mãn ràng buộc động lực học.</a:t>
            </a:r>
            <a:endParaRPr lang="en-US" sz="2000" dirty="0"/>
          </a:p>
          <a:p>
            <a:pPr marL="285744" indent="-285744">
              <a:lnSpc>
                <a:spcPct val="150000"/>
              </a:lnSpc>
            </a:pPr>
            <a:r>
              <a:rPr lang="en-US" sz="2000" dirty="0" err="1"/>
              <a:t>Bộ</a:t>
            </a:r>
            <a:r>
              <a:rPr lang="en-US" sz="2000" dirty="0"/>
              <a:t> </a:t>
            </a:r>
            <a:r>
              <a:rPr lang="en-US" sz="2000" dirty="0" err="1"/>
              <a:t>điều</a:t>
            </a:r>
            <a:r>
              <a:rPr lang="en-US" sz="2000" dirty="0"/>
              <a:t> </a:t>
            </a:r>
            <a:r>
              <a:rPr lang="en-US" sz="2000" dirty="0" err="1"/>
              <a:t>khiển</a:t>
            </a:r>
            <a:r>
              <a:rPr lang="en-US" sz="2000" dirty="0"/>
              <a:t> </a:t>
            </a:r>
            <a:r>
              <a:rPr lang="vi-VN" sz="2000" dirty="0"/>
              <a:t>PD + Feedforward giúp bù động lực học, phản ứng nhanh và triệt tiêu dao động.</a:t>
            </a:r>
            <a:endParaRPr lang="en-US" sz="2000" dirty="0"/>
          </a:p>
          <a:p>
            <a:pPr marL="285744" indent="-285744">
              <a:lnSpc>
                <a:spcPct val="150000"/>
              </a:lnSpc>
            </a:pPr>
            <a:r>
              <a:rPr lang="vi-VN" sz="2000" dirty="0"/>
              <a:t>Mô phỏng cho thấy hệ bám sát quỹ đạo mong muốn, sai số nhỏ và ổn định.</a:t>
            </a:r>
            <a:endParaRPr lang="en-US" sz="2000" dirty="0"/>
          </a:p>
        </p:txBody>
      </p:sp>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21</a:t>
            </a:fld>
            <a:endParaRPr lang="en-US" dirty="0"/>
          </a:p>
        </p:txBody>
      </p:sp>
      <p:sp>
        <p:nvSpPr>
          <p:cNvPr id="7" name="Content Placeholder 3">
            <a:extLst>
              <a:ext uri="{FF2B5EF4-FFF2-40B4-BE49-F238E27FC236}">
                <a16:creationId xmlns:a16="http://schemas.microsoft.com/office/drawing/2014/main" id="{8F3E6E5C-9744-5884-9CF6-BA4CC119CD42}"/>
              </a:ext>
            </a:extLst>
          </p:cNvPr>
          <p:cNvSpPr txBox="1">
            <a:spLocks/>
          </p:cNvSpPr>
          <p:nvPr/>
        </p:nvSpPr>
        <p:spPr>
          <a:xfrm>
            <a:off x="235077" y="4289592"/>
            <a:ext cx="7869273" cy="49301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sz="2200" dirty="0"/>
              <a:t>Định hướng phát triển trong tương lai:</a:t>
            </a:r>
          </a:p>
          <a:p>
            <a:pPr>
              <a:lnSpc>
                <a:spcPct val="150000"/>
              </a:lnSpc>
            </a:pPr>
            <a:r>
              <a:rPr lang="en-US" sz="2000" dirty="0" err="1"/>
              <a:t>Phát</a:t>
            </a:r>
            <a:r>
              <a:rPr lang="en-US" sz="2000" dirty="0"/>
              <a:t> </a:t>
            </a:r>
            <a:r>
              <a:rPr lang="en-US" sz="2000" dirty="0" err="1"/>
              <a:t>triển</a:t>
            </a:r>
            <a:r>
              <a:rPr lang="en-US" sz="2000" dirty="0"/>
              <a:t> </a:t>
            </a:r>
            <a:r>
              <a:rPr lang="en-US" sz="2000" dirty="0" err="1"/>
              <a:t>phần</a:t>
            </a:r>
            <a:r>
              <a:rPr lang="en-US" sz="2000" dirty="0"/>
              <a:t> </a:t>
            </a:r>
            <a:r>
              <a:rPr lang="en-US" sz="2000" dirty="0" err="1"/>
              <a:t>cứng</a:t>
            </a:r>
            <a:r>
              <a:rPr lang="en-US" sz="2000" dirty="0"/>
              <a:t> </a:t>
            </a:r>
            <a:r>
              <a:rPr lang="en-US" sz="2000" dirty="0" err="1"/>
              <a:t>và</a:t>
            </a:r>
            <a:r>
              <a:rPr lang="en-US" sz="2000" dirty="0"/>
              <a:t> </a:t>
            </a:r>
            <a:r>
              <a:rPr lang="en-US" sz="2000" dirty="0" err="1"/>
              <a:t>ứng</a:t>
            </a:r>
            <a:r>
              <a:rPr lang="en-US" sz="2000" dirty="0"/>
              <a:t> </a:t>
            </a:r>
            <a:r>
              <a:rPr lang="en-US" sz="2000" dirty="0" err="1"/>
              <a:t>dụng</a:t>
            </a:r>
            <a:r>
              <a:rPr lang="en-US" sz="2000" dirty="0"/>
              <a:t> </a:t>
            </a:r>
            <a:r>
              <a:rPr lang="en-US" sz="2000" dirty="0" err="1"/>
              <a:t>trong</a:t>
            </a:r>
            <a:r>
              <a:rPr lang="en-US" sz="2000" dirty="0"/>
              <a:t> </a:t>
            </a:r>
            <a:r>
              <a:rPr lang="en-US" sz="2000" dirty="0" err="1"/>
              <a:t>các</a:t>
            </a:r>
            <a:r>
              <a:rPr lang="en-US" sz="2000" dirty="0"/>
              <a:t> </a:t>
            </a:r>
            <a:r>
              <a:rPr lang="en-US" sz="2000" dirty="0" err="1"/>
              <a:t>tình</a:t>
            </a:r>
            <a:r>
              <a:rPr lang="en-US" sz="2000" dirty="0"/>
              <a:t> </a:t>
            </a:r>
            <a:r>
              <a:rPr lang="en-US" sz="2000" dirty="0" err="1"/>
              <a:t>huống</a:t>
            </a:r>
            <a:r>
              <a:rPr lang="en-US" sz="2000" dirty="0"/>
              <a:t> </a:t>
            </a:r>
            <a:r>
              <a:rPr lang="en-US" sz="2000" dirty="0" err="1"/>
              <a:t>thực</a:t>
            </a:r>
            <a:r>
              <a:rPr lang="en-US" sz="2000" dirty="0"/>
              <a:t> </a:t>
            </a:r>
            <a:r>
              <a:rPr lang="en-US" sz="2000" dirty="0" err="1"/>
              <a:t>tế</a:t>
            </a:r>
            <a:r>
              <a:rPr lang="en-US" sz="2000" dirty="0"/>
              <a:t> </a:t>
            </a:r>
            <a:endParaRPr lang="vi-VN" sz="2000" dirty="0"/>
          </a:p>
          <a:p>
            <a:pPr>
              <a:lnSpc>
                <a:spcPct val="150000"/>
              </a:lnSpc>
            </a:pPr>
            <a:r>
              <a:rPr lang="vi-VN" sz="2000" dirty="0"/>
              <a:t>Sử dụng các bộ điều khiển thông minh khác</a:t>
            </a:r>
          </a:p>
        </p:txBody>
      </p:sp>
    </p:spTree>
    <p:extLst>
      <p:ext uri="{BB962C8B-B14F-4D97-AF65-F5344CB8AC3E}">
        <p14:creationId xmlns:p14="http://schemas.microsoft.com/office/powerpoint/2010/main" val="3761593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8"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XIN </a:t>
            </a:r>
            <a:r>
              <a:rPr lang="vi-VN" sz="4800" dirty="0"/>
              <a:t>CẢ</a:t>
            </a:r>
            <a:r>
              <a:rPr lang="en-US" sz="4800" dirty="0"/>
              <a:t>M </a:t>
            </a:r>
            <a:r>
              <a:rPr lang="vi-VN" sz="4800" dirty="0"/>
              <a:t>ƠN</a:t>
            </a:r>
            <a:r>
              <a:rPr lang="en-US" sz="4800" dirty="0"/>
              <a:t>!</a:t>
            </a:r>
          </a:p>
        </p:txBody>
      </p:sp>
    </p:spTree>
    <p:extLst>
      <p:ext uri="{BB962C8B-B14F-4D97-AF65-F5344CB8AC3E}">
        <p14:creationId xmlns:p14="http://schemas.microsoft.com/office/powerpoint/2010/main" val="2830535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FEE95A-D178-AA78-EDD9-9FBB85A461FC}"/>
              </a:ext>
            </a:extLst>
          </p:cNvPr>
          <p:cNvSpPr>
            <a:spLocks noGrp="1"/>
          </p:cNvSpPr>
          <p:nvPr>
            <p:ph type="sldNum" sz="quarter" idx="12"/>
          </p:nvPr>
        </p:nvSpPr>
        <p:spPr/>
        <p:txBody>
          <a:bodyPr/>
          <a:lstStyle/>
          <a:p>
            <a:fld id="{9EA0BE3B-158A-4EDF-80DC-E394A0D1600F}" type="slidenum">
              <a:rPr lang="en-US" smtClean="0"/>
              <a:pPr/>
              <a:t>23</a:t>
            </a:fld>
            <a:endParaRPr lang="en-US" dirty="0"/>
          </a:p>
        </p:txBody>
      </p:sp>
      <p:sp>
        <p:nvSpPr>
          <p:cNvPr id="3" name="Title 10">
            <a:extLst>
              <a:ext uri="{FF2B5EF4-FFF2-40B4-BE49-F238E27FC236}">
                <a16:creationId xmlns:a16="http://schemas.microsoft.com/office/drawing/2014/main" id="{67D4B2A6-9D7C-AC99-D081-7FFD70895544}"/>
              </a:ext>
            </a:extLst>
          </p:cNvPr>
          <p:cNvSpPr txBox="1">
            <a:spLocks/>
          </p:cNvSpPr>
          <p:nvPr/>
        </p:nvSpPr>
        <p:spPr>
          <a:xfrm>
            <a:off x="4253834" y="985375"/>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3600" dirty="0"/>
              <a:t>Tài </a:t>
            </a:r>
            <a:r>
              <a:rPr lang="en-US" sz="3600" dirty="0" err="1"/>
              <a:t>liệu</a:t>
            </a:r>
            <a:r>
              <a:rPr lang="en-US" sz="3600" dirty="0"/>
              <a:t> </a:t>
            </a:r>
            <a:r>
              <a:rPr lang="en-US" sz="3600" dirty="0" err="1"/>
              <a:t>tham</a:t>
            </a:r>
            <a:r>
              <a:rPr lang="en-US" sz="3600" dirty="0"/>
              <a:t> </a:t>
            </a:r>
            <a:r>
              <a:rPr lang="en-US" sz="3600" dirty="0" err="1"/>
              <a:t>khảo</a:t>
            </a:r>
            <a:endParaRPr lang="en-US" sz="3600" dirty="0"/>
          </a:p>
        </p:txBody>
      </p:sp>
      <p:sp>
        <p:nvSpPr>
          <p:cNvPr id="4" name="TextBox 3">
            <a:extLst>
              <a:ext uri="{FF2B5EF4-FFF2-40B4-BE49-F238E27FC236}">
                <a16:creationId xmlns:a16="http://schemas.microsoft.com/office/drawing/2014/main" id="{2CF4F7DE-F27D-3769-F4B8-3A566FE4A514}"/>
              </a:ext>
            </a:extLst>
          </p:cNvPr>
          <p:cNvSpPr txBox="1"/>
          <p:nvPr/>
        </p:nvSpPr>
        <p:spPr>
          <a:xfrm>
            <a:off x="4366704" y="2133602"/>
            <a:ext cx="4413502" cy="2369880"/>
          </a:xfrm>
          <a:prstGeom prst="rect">
            <a:avLst/>
          </a:prstGeom>
          <a:noFill/>
        </p:spPr>
        <p:txBody>
          <a:bodyPr wrap="square" rtlCol="0">
            <a:spAutoFit/>
          </a:bodyPr>
          <a:lstStyle/>
          <a:p>
            <a:pPr marL="342900" indent="-342900">
              <a:lnSpc>
                <a:spcPct val="150000"/>
              </a:lnSpc>
              <a:buAutoNum type="arabicPeriod"/>
            </a:pPr>
            <a:r>
              <a:rPr lang="en-US" sz="1600" dirty="0">
                <a:latin typeface="Lato" panose="020F0502020204030203" pitchFamily="34" charset="0"/>
                <a:ea typeface="Lato" panose="020F0502020204030203" pitchFamily="34" charset="0"/>
                <a:cs typeface="Lato" panose="020F0502020204030203" pitchFamily="34" charset="0"/>
                <a:hlinkClick r:id="rId3">
                  <a:extLst>
                    <a:ext uri="{A12FA001-AC4F-418D-AE19-62706E023703}">
                      <ahyp:hlinkClr xmlns:ahyp="http://schemas.microsoft.com/office/drawing/2018/hyperlinkcolor" val="tx"/>
                    </a:ext>
                  </a:extLst>
                </a:hlinkClick>
              </a:rPr>
              <a:t>AVIAN-INSPIRED GRASPING FOR QUADROTOR MICRO UAVS</a:t>
            </a:r>
            <a:endParaRPr lang="en-US" sz="1600" dirty="0">
              <a:latin typeface="Lato" panose="020F0502020204030203" pitchFamily="34" charset="0"/>
              <a:ea typeface="Lato" panose="020F0502020204030203" pitchFamily="34" charset="0"/>
              <a:cs typeface="Lato" panose="020F0502020204030203" pitchFamily="34" charset="0"/>
            </a:endParaRPr>
          </a:p>
          <a:p>
            <a:pPr marL="342900" indent="-342900">
              <a:lnSpc>
                <a:spcPct val="150000"/>
              </a:lnSpc>
              <a:buAutoNum type="arabicPeriod"/>
            </a:pPr>
            <a:r>
              <a:rPr lang="vi-VN" sz="1600" dirty="0">
                <a:latin typeface="Lato" panose="020F0502020204030203" pitchFamily="34" charset="0"/>
                <a:ea typeface="Lato" panose="020F0502020204030203" pitchFamily="34" charset="0"/>
                <a:cs typeface="Lato" panose="020F0502020204030203" pitchFamily="34" charset="0"/>
                <a:hlinkClick r:id="rId4">
                  <a:extLst>
                    <a:ext uri="{A12FA001-AC4F-418D-AE19-62706E023703}">
                      <ahyp:hlinkClr xmlns:ahyp="http://schemas.microsoft.com/office/drawing/2018/hyperlinkcolor" val="tx"/>
                    </a:ext>
                  </a:extLst>
                </a:hlinkClick>
              </a:rPr>
              <a:t>Tối ưu hóa lồi </a:t>
            </a:r>
            <a:endParaRPr lang="en-US" sz="1600" dirty="0">
              <a:latin typeface="Lato" panose="020F0502020204030203" pitchFamily="34" charset="0"/>
              <a:ea typeface="Lato" panose="020F0502020204030203" pitchFamily="34" charset="0"/>
              <a:cs typeface="Lato" panose="020F0502020204030203" pitchFamily="34" charset="0"/>
            </a:endParaRPr>
          </a:p>
          <a:p>
            <a:pPr marL="342900" indent="-342900">
              <a:lnSpc>
                <a:spcPct val="150000"/>
              </a:lnSpc>
              <a:buAutoNum type="arabicPeriod"/>
            </a:pPr>
            <a:r>
              <a:rPr lang="en-US" sz="1600" dirty="0" err="1">
                <a:latin typeface="Lato" panose="020F0502020204030203" pitchFamily="34" charset="0"/>
                <a:ea typeface="Lato" panose="020F0502020204030203" pitchFamily="34" charset="0"/>
                <a:cs typeface="Lato" panose="020F0502020204030203" pitchFamily="34" charset="0"/>
              </a:rPr>
              <a:t>Cơ</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học</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kỹ</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thuật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GS.TSKH.Nguyễn</a:t>
            </a:r>
            <a:r>
              <a:rPr lang="en-US" sz="1600" dirty="0">
                <a:latin typeface="Lato" panose="020F0502020204030203" pitchFamily="34" charset="0"/>
                <a:ea typeface="Lato" panose="020F0502020204030203" pitchFamily="34" charset="0"/>
                <a:cs typeface="Lato" panose="020F0502020204030203" pitchFamily="34" charset="0"/>
              </a:rPr>
              <a:t> Văn Khang)</a:t>
            </a:r>
          </a:p>
          <a:p>
            <a:pPr marL="342900" indent="-342900">
              <a:buAutoNum type="arabicPeriod"/>
            </a:pPr>
            <a:endParaRPr lang="en-US" sz="1400" dirty="0">
              <a:latin typeface="Lato" panose="020F0502020204030203" pitchFamily="34" charset="0"/>
              <a:ea typeface="Lato" panose="020F0502020204030203" pitchFamily="34" charset="0"/>
              <a:cs typeface="Lato" panose="020F0502020204030203" pitchFamily="34" charset="0"/>
            </a:endParaRPr>
          </a:p>
          <a:p>
            <a:pPr marL="342900" indent="-342900">
              <a:buAutoNum type="arabicPeriod"/>
            </a:pPr>
            <a:endParaRPr lang="en-US" sz="14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7092374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8376</TotalTime>
  <Words>2471</Words>
  <Application>Microsoft Office PowerPoint</Application>
  <PresentationFormat>On-screen Show (4:3)</PresentationFormat>
  <Paragraphs>327</Paragraphs>
  <Slides>23</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Aptos</vt:lpstr>
      <vt:lpstr>Aptos Display</vt:lpstr>
      <vt:lpstr>Arial</vt:lpstr>
      <vt:lpstr>Cambria Math</vt:lpstr>
      <vt:lpstr>Lato</vt:lpstr>
      <vt:lpstr>Lato </vt:lpstr>
      <vt:lpstr>Times New Roman</vt:lpstr>
      <vt:lpstr>Wingdings</vt:lpstr>
      <vt:lpstr>Office Theme</vt:lpstr>
      <vt:lpstr>Mô hình hóa và lập kế hoạch quỹ đạo cho quadrotor tích hợp cơ cấu gắp trong mô phỏng 2D  Ý tưởng : Avian-inspired Grasping for Quadrotor Micro Uavs</vt:lpstr>
      <vt:lpstr>PowerPoint Presentation</vt:lpstr>
      <vt:lpstr>1. Đặt vấn đề</vt:lpstr>
      <vt:lpstr>1. Đặt vấn đề</vt:lpstr>
      <vt:lpstr>2. Phương pháp nghiên cứu</vt:lpstr>
      <vt:lpstr>2. Phương pháp nghiên cứu</vt:lpstr>
      <vt:lpstr>2. Phương pháp nghiên cứu</vt:lpstr>
      <vt:lpstr>2. Phương pháp nghiên cứu</vt:lpstr>
      <vt:lpstr>2. Phương pháp nghiên cứu</vt:lpstr>
      <vt:lpstr>2. Phương pháp nghiên cứu</vt:lpstr>
      <vt:lpstr>2. Phương pháp nghiên cứu</vt:lpstr>
      <vt:lpstr>2. Phương pháp nghiên cứu</vt:lpstr>
      <vt:lpstr>2. Phương pháp nghiên cứu</vt:lpstr>
      <vt:lpstr>3. Mô phỏng và kết quả</vt:lpstr>
      <vt:lpstr>3. Mô phỏng và kết quả </vt:lpstr>
      <vt:lpstr>3. Mô phỏng và kết quả </vt:lpstr>
      <vt:lpstr>3. Mô phỏng và kết quả </vt:lpstr>
      <vt:lpstr>3. Mô phỏng và kết quả </vt:lpstr>
      <vt:lpstr>3. Mô phỏng và kết quả </vt:lpstr>
      <vt:lpstr>3. Mô phỏng và kết quả </vt:lpstr>
      <vt:lpstr>4. Kết luận và hướng phát triển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Huy Nguyễn Quang</dc:creator>
  <cp:lastModifiedBy>Huy Nguyễn Quang</cp:lastModifiedBy>
  <cp:revision>3</cp:revision>
  <dcterms:created xsi:type="dcterms:W3CDTF">2026-01-31T15:45:33Z</dcterms:created>
  <dcterms:modified xsi:type="dcterms:W3CDTF">2026-02-27T09:03:20Z</dcterms:modified>
</cp:coreProperties>
</file>